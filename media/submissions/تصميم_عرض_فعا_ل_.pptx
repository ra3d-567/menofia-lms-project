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8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أهلاً أصدقائي الأعزاء! اليوم سنبدأ رحلة ممتعة لنتعرف على صديقنا الجديد... الحاسب الآلي!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هذه الرحلة، سنتعرف على خمس محطات ممتعة، كل محطة فيها معلومات جديدة وأسئلة تفاعلية!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تخيلوا معي... الحاسب الآلي مثل صندوق سحري! يستطيع فعل الكثير من الأشياء المدهشة بضغطة زر واحدة!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انظروا إلى هذا الصندوق! يبدو بسيطاً من الخارج، لكن بداخله عالم كامل من الأجزاء الذكية التي تعمل معاً كفريق واحد!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لوحة المفاتيح... أصدقائنا في الكتابة! كل مفتاح له وظيفة خاصة. جربوا النظر إلى أصابعكم وأنتم تكتبون!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انظروا إلى هذه الفأرة الصغيرة! هي ليست فأرة حقيقية... إنها أداة سحرية تتحكم بكل شيء على الشاشة!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الآن ننتقل لأجهزة الإخراج... هذه الأجهزة تُخرج لنا النتائج! الشاشة ترينا، والطابعة تطبع لنا، والسماعات تُسمعنا!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مثل أي أداة مهمة، الحاسب يحتاج للعناية! هذه القواعد الخمس تحافظ على حاسبنا سعيداً وتحافظ على صحتنا أيضاً!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حان وقت التحدي! فكروا جيداً... ما هو الجزء الذي يعمل مثل الدماغ داخل الحاسب؟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الثاني... أي جهاز نستخدمه عندما نريد كتابة قصة أو واجب على الحاسب؟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الأخير! تذكروا قواعد الأمان التي تعلمناها... ماذا نفعل دائماً قبل أن نلمس الحاسب؟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النصائح الذهبية الخمس ستجعل حاسبك سعيداً ويعيش معك وقتًا طويلاً! تذكروا: العناية بالأشياء تعني احترامها!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هيا بنا نلعب لعبة الاكتشاف! اضغطوا على أي صورة لتعرفوا سرها... كل جهاز يخبركم عن نفسه عندما تضغطون عليه!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رائع! لقد قطعنا رحلة طويلة معاً! تذكروا هذه النقاط الخمس... هي مفتاحكم لفهم عالم الحاسوب!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أنا فخور بكم جميعاً! اليوم أصبحتم تعرفون أساسيات الحاسب الآلي. استمروا في الاستكشاف وأنتم في البيت أيضاً!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A6B70"/>
            </a:gs>
            <a:gs pos="100000">
              <a:srgbClr val="1A2E35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176000" y="4064000"/>
            <a:ext cx="5080000" cy="508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0000" cy="3810000"/>
          </a:xfrm>
          <a:prstGeom prst="ellipse">
            <a:avLst/>
          </a:prstGeom>
          <a:solidFill>
            <a:srgbClr val="FFFFFF">
              <a:alpha val="196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38219" y="762000"/>
            <a:ext cx="1587500" cy="1270000"/>
          </a:xfrm>
          <a:custGeom>
            <a:avLst/>
            <a:gdLst/>
            <a:ahLst/>
            <a:cxnLst/>
            <a:rect l="l" t="t" r="r" b="b"/>
            <a:pathLst>
              <a:path w="1587500" h="1270000">
                <a:moveTo>
                  <a:pt x="317500" y="79375"/>
                </a:moveTo>
                <a:cubicBezTo>
                  <a:pt x="229939" y="79375"/>
                  <a:pt x="158750" y="150564"/>
                  <a:pt x="158750" y="238125"/>
                </a:cubicBezTo>
                <a:lnTo>
                  <a:pt x="158750" y="833438"/>
                </a:lnTo>
                <a:lnTo>
                  <a:pt x="317500" y="833438"/>
                </a:lnTo>
                <a:lnTo>
                  <a:pt x="317500" y="238125"/>
                </a:lnTo>
                <a:lnTo>
                  <a:pt x="1270000" y="238125"/>
                </a:lnTo>
                <a:lnTo>
                  <a:pt x="1270000" y="833438"/>
                </a:lnTo>
                <a:lnTo>
                  <a:pt x="1428750" y="833438"/>
                </a:lnTo>
                <a:lnTo>
                  <a:pt x="1428750" y="238125"/>
                </a:lnTo>
                <a:cubicBezTo>
                  <a:pt x="1428750" y="150564"/>
                  <a:pt x="1357561" y="79375"/>
                  <a:pt x="1270000" y="79375"/>
                </a:cubicBezTo>
                <a:lnTo>
                  <a:pt x="317500" y="79375"/>
                </a:lnTo>
                <a:close/>
                <a:moveTo>
                  <a:pt x="47625" y="952500"/>
                </a:moveTo>
                <a:cubicBezTo>
                  <a:pt x="21332" y="952500"/>
                  <a:pt x="0" y="973832"/>
                  <a:pt x="0" y="1000125"/>
                </a:cubicBezTo>
                <a:cubicBezTo>
                  <a:pt x="0" y="1105297"/>
                  <a:pt x="85328" y="1190625"/>
                  <a:pt x="190500" y="1190625"/>
                </a:cubicBezTo>
                <a:lnTo>
                  <a:pt x="1397000" y="1190625"/>
                </a:lnTo>
                <a:cubicBezTo>
                  <a:pt x="1502172" y="1190625"/>
                  <a:pt x="1587500" y="1105297"/>
                  <a:pt x="1587500" y="1000125"/>
                </a:cubicBezTo>
                <a:cubicBezTo>
                  <a:pt x="1587500" y="973832"/>
                  <a:pt x="1566168" y="952500"/>
                  <a:pt x="1539875" y="952500"/>
                </a:cubicBezTo>
                <a:lnTo>
                  <a:pt x="47625" y="95250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687513" y="21971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رحلة ممتعة مع الحاسب الآلي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2322513" y="375285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أساسيات الحاسب الآلي للمرحلة الابتدائية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858000" y="4996727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957513" y="5069467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مركز تكنولوجيا المعلومات | مادة العرض الفعال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56250" y="101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C107">
              <a:alpha val="376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136188" y="1206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FFC107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692643-C94E-CCAA-C64C-3ACEF1981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56"/>
            <a:ext cx="1687513" cy="17391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8514F2-D2F1-D49E-F723-2E52E8584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4506" y="0"/>
            <a:ext cx="1641494" cy="14541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4312B1-AC49-E0C0-E054-888AE5E45600}"/>
              </a:ext>
            </a:extLst>
          </p:cNvPr>
          <p:cNvSpPr txBox="1"/>
          <p:nvPr/>
        </p:nvSpPr>
        <p:spPr>
          <a:xfrm>
            <a:off x="2322514" y="5825938"/>
            <a:ext cx="114299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إعداد الطلاب: محمد كمال 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مروان إبراهيم احمد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محمد سيد احمد رجب أبو علي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محمد عزيز علي النوحي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مروان سعيد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الفرقة: الثانية – قسم تكنولوجيا التعليم </a:t>
            </a:r>
          </a:p>
          <a:p>
            <a:pPr algn="ctr"/>
            <a:endParaRPr lang="ar-EG" sz="2400" b="1" dirty="0">
              <a:solidFill>
                <a:schemeClr val="bg1"/>
              </a:solidFill>
            </a:endParaRP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اشراف:د/أية هويدي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ما الذي سنتعلمه اليوم؟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2159000"/>
            <a:ext cx="8890000" cy="571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97000" y="2540000"/>
            <a:ext cx="7620000" cy="609600"/>
          </a:xfrm>
          <a:prstGeom prst="roundRect">
            <a:avLst>
              <a:gd name="adj" fmla="val 20000"/>
            </a:avLst>
          </a:prstGeom>
          <a:solidFill>
            <a:srgbClr val="FFC10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382000" y="2540000"/>
            <a:ext cx="609600" cy="6096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382000" y="2540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24000" y="2540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ما هو الحاسب الآلي؟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382000" y="3556000"/>
            <a:ext cx="609600" cy="6096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82000" y="3556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4000" y="3556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أجزاء الحاسب المهمة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382000" y="4572000"/>
            <a:ext cx="609600" cy="6096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82000" y="4572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24000" y="4572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أجهزة الإدخال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382000" y="5588000"/>
            <a:ext cx="609600" cy="6096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82000" y="5588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524000" y="5588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أجهزة الإخراج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382000" y="6604000"/>
            <a:ext cx="609600" cy="60960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82000" y="6604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24000" y="66040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استخدام آمن + اختبر معلوماتك + نصائح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1176000" y="3175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3810000" y="714375"/>
                </a:moveTo>
                <a:cubicBezTo>
                  <a:pt x="3810000" y="1087934"/>
                  <a:pt x="3370213" y="1645295"/>
                  <a:pt x="3180457" y="1867793"/>
                </a:cubicBezTo>
                <a:cubicBezTo>
                  <a:pt x="3152180" y="1900535"/>
                  <a:pt x="3110508" y="1913186"/>
                  <a:pt x="3072557" y="1905000"/>
                </a:cubicBezTo>
                <a:lnTo>
                  <a:pt x="2381250" y="1905000"/>
                </a:lnTo>
                <a:cubicBezTo>
                  <a:pt x="2249537" y="1905000"/>
                  <a:pt x="2143125" y="2011412"/>
                  <a:pt x="2143125" y="2143125"/>
                </a:cubicBezTo>
                <a:cubicBezTo>
                  <a:pt x="2143125" y="2274838"/>
                  <a:pt x="2249537" y="2381250"/>
                  <a:pt x="2381250" y="2381250"/>
                </a:cubicBezTo>
                <a:lnTo>
                  <a:pt x="3095625" y="2381250"/>
                </a:lnTo>
                <a:cubicBezTo>
                  <a:pt x="3490020" y="2381250"/>
                  <a:pt x="3810000" y="2701230"/>
                  <a:pt x="3810000" y="3095625"/>
                </a:cubicBezTo>
                <a:cubicBezTo>
                  <a:pt x="3810000" y="3490020"/>
                  <a:pt x="3490020" y="3810000"/>
                  <a:pt x="3095625" y="3810000"/>
                </a:cubicBezTo>
                <a:lnTo>
                  <a:pt x="1038820" y="3810000"/>
                </a:lnTo>
                <a:cubicBezTo>
                  <a:pt x="1103561" y="3736330"/>
                  <a:pt x="1182439" y="3641824"/>
                  <a:pt x="1262063" y="3536156"/>
                </a:cubicBezTo>
                <a:cubicBezTo>
                  <a:pt x="1308943" y="3473648"/>
                  <a:pt x="1357313" y="3405187"/>
                  <a:pt x="1403449" y="3333750"/>
                </a:cubicBezTo>
                <a:lnTo>
                  <a:pt x="3095625" y="3333750"/>
                </a:lnTo>
                <a:cubicBezTo>
                  <a:pt x="3227338" y="3333750"/>
                  <a:pt x="3333750" y="3227338"/>
                  <a:pt x="3333750" y="3095625"/>
                </a:cubicBezTo>
                <a:cubicBezTo>
                  <a:pt x="3333750" y="2963912"/>
                  <a:pt x="3227338" y="2857500"/>
                  <a:pt x="3095625" y="2857500"/>
                </a:cubicBezTo>
                <a:lnTo>
                  <a:pt x="2381250" y="2857500"/>
                </a:lnTo>
                <a:cubicBezTo>
                  <a:pt x="1986855" y="2857500"/>
                  <a:pt x="1666875" y="2537520"/>
                  <a:pt x="1666875" y="2143125"/>
                </a:cubicBezTo>
                <a:cubicBezTo>
                  <a:pt x="1666875" y="1748730"/>
                  <a:pt x="1986855" y="1428750"/>
                  <a:pt x="2381250" y="1428750"/>
                </a:cubicBezTo>
                <a:lnTo>
                  <a:pt x="2677418" y="1428750"/>
                </a:lnTo>
                <a:cubicBezTo>
                  <a:pt x="2521148" y="1194346"/>
                  <a:pt x="2381250" y="924967"/>
                  <a:pt x="2381250" y="714375"/>
                </a:cubicBezTo>
                <a:cubicBezTo>
                  <a:pt x="2381250" y="319980"/>
                  <a:pt x="2701230" y="0"/>
                  <a:pt x="3095625" y="0"/>
                </a:cubicBezTo>
                <a:cubicBezTo>
                  <a:pt x="3490020" y="0"/>
                  <a:pt x="3810000" y="319980"/>
                  <a:pt x="3810000" y="714375"/>
                </a:cubicBezTo>
                <a:close/>
                <a:moveTo>
                  <a:pt x="871389" y="3639592"/>
                </a:moveTo>
                <a:cubicBezTo>
                  <a:pt x="843111" y="3671590"/>
                  <a:pt x="817811" y="3699867"/>
                  <a:pt x="796230" y="3723680"/>
                </a:cubicBezTo>
                <a:lnTo>
                  <a:pt x="782836" y="3738563"/>
                </a:lnTo>
                <a:lnTo>
                  <a:pt x="781348" y="3737074"/>
                </a:lnTo>
                <a:cubicBezTo>
                  <a:pt x="736699" y="3771305"/>
                  <a:pt x="672703" y="3766840"/>
                  <a:pt x="632520" y="3723680"/>
                </a:cubicBezTo>
                <a:cubicBezTo>
                  <a:pt x="444996" y="3519785"/>
                  <a:pt x="0" y="2995166"/>
                  <a:pt x="0" y="2619375"/>
                </a:cubicBezTo>
                <a:cubicBezTo>
                  <a:pt x="0" y="2224980"/>
                  <a:pt x="319980" y="1905000"/>
                  <a:pt x="714375" y="1905000"/>
                </a:cubicBezTo>
                <a:cubicBezTo>
                  <a:pt x="1108770" y="1905000"/>
                  <a:pt x="1428750" y="2224980"/>
                  <a:pt x="1428750" y="2619375"/>
                </a:cubicBezTo>
                <a:cubicBezTo>
                  <a:pt x="1428750" y="2842617"/>
                  <a:pt x="1271736" y="3117949"/>
                  <a:pt x="1105049" y="3347889"/>
                </a:cubicBezTo>
                <a:cubicBezTo>
                  <a:pt x="1025426" y="3457277"/>
                  <a:pt x="943570" y="3556248"/>
                  <a:pt x="875854" y="3634383"/>
                </a:cubicBezTo>
                <a:lnTo>
                  <a:pt x="871389" y="3639592"/>
                </a:lnTo>
                <a:close/>
                <a:moveTo>
                  <a:pt x="952500" y="2619375"/>
                </a:moveTo>
                <a:cubicBezTo>
                  <a:pt x="952500" y="2487950"/>
                  <a:pt x="845800" y="2381250"/>
                  <a:pt x="714375" y="2381250"/>
                </a:cubicBezTo>
                <a:cubicBezTo>
                  <a:pt x="582950" y="2381250"/>
                  <a:pt x="476250" y="2487950"/>
                  <a:pt x="476250" y="2619375"/>
                </a:cubicBezTo>
                <a:cubicBezTo>
                  <a:pt x="476250" y="2750800"/>
                  <a:pt x="582950" y="2857500"/>
                  <a:pt x="714375" y="2857500"/>
                </a:cubicBezTo>
                <a:cubicBezTo>
                  <a:pt x="845800" y="2857500"/>
                  <a:pt x="952500" y="2750800"/>
                  <a:pt x="952500" y="2619375"/>
                </a:cubicBezTo>
                <a:close/>
                <a:moveTo>
                  <a:pt x="3095625" y="952500"/>
                </a:moveTo>
                <a:cubicBezTo>
                  <a:pt x="3227050" y="952500"/>
                  <a:pt x="3333750" y="845800"/>
                  <a:pt x="3333750" y="714375"/>
                </a:cubicBezTo>
                <a:cubicBezTo>
                  <a:pt x="3333750" y="582950"/>
                  <a:pt x="3227050" y="476250"/>
                  <a:pt x="3095625" y="476250"/>
                </a:cubicBezTo>
                <a:cubicBezTo>
                  <a:pt x="2964200" y="476250"/>
                  <a:pt x="2857500" y="582950"/>
                  <a:pt x="2857500" y="714375"/>
                </a:cubicBezTo>
                <a:cubicBezTo>
                  <a:pt x="2857500" y="845800"/>
                  <a:pt x="2964200" y="952500"/>
                  <a:pt x="3095625" y="952500"/>
                </a:cubicBezTo>
                <a:close/>
              </a:path>
            </a:pathLst>
          </a:custGeom>
          <a:gradFill flip="none" rotWithShape="1">
            <a:gsLst>
              <a:gs pos="0">
                <a:srgbClr val="0A6B70"/>
              </a:gs>
              <a:gs pos="100000">
                <a:srgbClr val="FFC107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762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ما هو الحاسب الآلي؟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6096000" cy="622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794000" y="1905000"/>
            <a:ext cx="2540000" cy="2032000"/>
          </a:xfrm>
          <a:custGeom>
            <a:avLst/>
            <a:gdLst/>
            <a:ahLst/>
            <a:cxnLst/>
            <a:rect l="l" t="t" r="r" b="b"/>
            <a:pathLst>
              <a:path w="2540000" h="2032000">
                <a:moveTo>
                  <a:pt x="508000" y="127000"/>
                </a:moveTo>
                <a:cubicBezTo>
                  <a:pt x="367903" y="127000"/>
                  <a:pt x="254000" y="240903"/>
                  <a:pt x="254000" y="381000"/>
                </a:cubicBezTo>
                <a:lnTo>
                  <a:pt x="254000" y="1333500"/>
                </a:lnTo>
                <a:lnTo>
                  <a:pt x="508000" y="1333500"/>
                </a:lnTo>
                <a:lnTo>
                  <a:pt x="508000" y="381000"/>
                </a:lnTo>
                <a:lnTo>
                  <a:pt x="2032000" y="381000"/>
                </a:lnTo>
                <a:lnTo>
                  <a:pt x="2032000" y="1333500"/>
                </a:lnTo>
                <a:lnTo>
                  <a:pt x="2286000" y="1333500"/>
                </a:lnTo>
                <a:lnTo>
                  <a:pt x="2286000" y="381000"/>
                </a:lnTo>
                <a:cubicBezTo>
                  <a:pt x="2286000" y="240903"/>
                  <a:pt x="2172097" y="127000"/>
                  <a:pt x="2032000" y="127000"/>
                </a:cubicBezTo>
                <a:lnTo>
                  <a:pt x="508000" y="127000"/>
                </a:lnTo>
                <a:close/>
                <a:moveTo>
                  <a:pt x="76200" y="1524000"/>
                </a:moveTo>
                <a:cubicBezTo>
                  <a:pt x="34131" y="1524000"/>
                  <a:pt x="0" y="1558131"/>
                  <a:pt x="0" y="1600200"/>
                </a:cubicBezTo>
                <a:cubicBezTo>
                  <a:pt x="0" y="1768475"/>
                  <a:pt x="136525" y="1905000"/>
                  <a:pt x="304800" y="1905000"/>
                </a:cubicBezTo>
                <a:lnTo>
                  <a:pt x="2235200" y="1905000"/>
                </a:lnTo>
                <a:cubicBezTo>
                  <a:pt x="2403475" y="1905000"/>
                  <a:pt x="2540000" y="1768475"/>
                  <a:pt x="2540000" y="1600200"/>
                </a:cubicBezTo>
                <a:cubicBezTo>
                  <a:pt x="2540000" y="1558131"/>
                  <a:pt x="2505869" y="1524000"/>
                  <a:pt x="2463800" y="1524000"/>
                </a:cubicBezTo>
                <a:lnTo>
                  <a:pt x="76200" y="1524000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10000" y="406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78594" y="83344"/>
                </a:moveTo>
                <a:cubicBezTo>
                  <a:pt x="178594" y="37356"/>
                  <a:pt x="215950" y="0"/>
                  <a:pt x="261938" y="0"/>
                </a:cubicBezTo>
                <a:lnTo>
                  <a:pt x="297656" y="0"/>
                </a:lnTo>
                <a:cubicBezTo>
                  <a:pt x="323999" y="0"/>
                  <a:pt x="345281" y="21282"/>
                  <a:pt x="345281" y="47625"/>
                </a:cubicBezTo>
                <a:lnTo>
                  <a:pt x="345281" y="714375"/>
                </a:lnTo>
                <a:cubicBezTo>
                  <a:pt x="345281" y="740718"/>
                  <a:pt x="323999" y="762000"/>
                  <a:pt x="297656" y="762000"/>
                </a:cubicBezTo>
                <a:lnTo>
                  <a:pt x="250031" y="762000"/>
                </a:lnTo>
                <a:cubicBezTo>
                  <a:pt x="205680" y="762000"/>
                  <a:pt x="168325" y="731639"/>
                  <a:pt x="157758" y="690563"/>
                </a:cubicBezTo>
                <a:cubicBezTo>
                  <a:pt x="156716" y="690563"/>
                  <a:pt x="155823" y="690563"/>
                  <a:pt x="154781" y="690563"/>
                </a:cubicBezTo>
                <a:cubicBezTo>
                  <a:pt x="88999" y="690563"/>
                  <a:pt x="35719" y="637282"/>
                  <a:pt x="35719" y="571500"/>
                </a:cubicBezTo>
                <a:cubicBezTo>
                  <a:pt x="35719" y="544711"/>
                  <a:pt x="44648" y="520005"/>
                  <a:pt x="59531" y="500063"/>
                </a:cubicBezTo>
                <a:cubicBezTo>
                  <a:pt x="30659" y="478334"/>
                  <a:pt x="11906" y="443805"/>
                  <a:pt x="11906" y="404813"/>
                </a:cubicBezTo>
                <a:cubicBezTo>
                  <a:pt x="11906" y="358825"/>
                  <a:pt x="38100" y="318790"/>
                  <a:pt x="76200" y="298996"/>
                </a:cubicBezTo>
                <a:cubicBezTo>
                  <a:pt x="65633" y="281136"/>
                  <a:pt x="59531" y="260300"/>
                  <a:pt x="59531" y="238125"/>
                </a:cubicBezTo>
                <a:cubicBezTo>
                  <a:pt x="59531" y="172343"/>
                  <a:pt x="112812" y="119063"/>
                  <a:pt x="178594" y="119063"/>
                </a:cubicBezTo>
                <a:lnTo>
                  <a:pt x="178594" y="83344"/>
                </a:lnTo>
                <a:close/>
                <a:moveTo>
                  <a:pt x="583406" y="83344"/>
                </a:moveTo>
                <a:lnTo>
                  <a:pt x="583406" y="119063"/>
                </a:lnTo>
                <a:cubicBezTo>
                  <a:pt x="649188" y="119063"/>
                  <a:pt x="702469" y="172343"/>
                  <a:pt x="702469" y="238125"/>
                </a:cubicBezTo>
                <a:cubicBezTo>
                  <a:pt x="702469" y="260449"/>
                  <a:pt x="696367" y="281285"/>
                  <a:pt x="685800" y="298996"/>
                </a:cubicBezTo>
                <a:cubicBezTo>
                  <a:pt x="724049" y="318790"/>
                  <a:pt x="750094" y="358676"/>
                  <a:pt x="750094" y="404813"/>
                </a:cubicBezTo>
                <a:cubicBezTo>
                  <a:pt x="750094" y="443805"/>
                  <a:pt x="731341" y="478334"/>
                  <a:pt x="702469" y="500063"/>
                </a:cubicBezTo>
                <a:cubicBezTo>
                  <a:pt x="717352" y="520005"/>
                  <a:pt x="726281" y="544711"/>
                  <a:pt x="726281" y="571500"/>
                </a:cubicBezTo>
                <a:cubicBezTo>
                  <a:pt x="726281" y="637282"/>
                  <a:pt x="673001" y="690563"/>
                  <a:pt x="607219" y="690563"/>
                </a:cubicBezTo>
                <a:cubicBezTo>
                  <a:pt x="606177" y="690563"/>
                  <a:pt x="605284" y="690563"/>
                  <a:pt x="604242" y="690563"/>
                </a:cubicBezTo>
                <a:cubicBezTo>
                  <a:pt x="593675" y="731639"/>
                  <a:pt x="556320" y="762000"/>
                  <a:pt x="511969" y="762000"/>
                </a:cubicBezTo>
                <a:lnTo>
                  <a:pt x="464344" y="762000"/>
                </a:lnTo>
                <a:cubicBezTo>
                  <a:pt x="438001" y="762000"/>
                  <a:pt x="416719" y="740718"/>
                  <a:pt x="416719" y="714375"/>
                </a:cubicBezTo>
                <a:lnTo>
                  <a:pt x="416719" y="47625"/>
                </a:lnTo>
                <a:cubicBezTo>
                  <a:pt x="416719" y="21282"/>
                  <a:pt x="438001" y="0"/>
                  <a:pt x="464344" y="0"/>
                </a:cubicBezTo>
                <a:lnTo>
                  <a:pt x="500063" y="0"/>
                </a:lnTo>
                <a:cubicBezTo>
                  <a:pt x="546050" y="0"/>
                  <a:pt x="583406" y="37356"/>
                  <a:pt x="583406" y="83344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24000" y="5080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الحاسب الآلي = صندوق سحري!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68575" y="6858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98850" y="6858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400050" y="57150"/>
                </a:moveTo>
                <a:cubicBezTo>
                  <a:pt x="494705" y="57150"/>
                  <a:pt x="571500" y="133945"/>
                  <a:pt x="571500" y="228600"/>
                </a:cubicBezTo>
                <a:cubicBezTo>
                  <a:pt x="571500" y="323255"/>
                  <a:pt x="494705" y="400050"/>
                  <a:pt x="400050" y="400050"/>
                </a:cubicBezTo>
                <a:lnTo>
                  <a:pt x="171450" y="400050"/>
                </a:lnTo>
                <a:cubicBezTo>
                  <a:pt x="76795" y="400050"/>
                  <a:pt x="0" y="323255"/>
                  <a:pt x="0" y="228600"/>
                </a:cubicBezTo>
                <a:cubicBezTo>
                  <a:pt x="0" y="133945"/>
                  <a:pt x="76795" y="57150"/>
                  <a:pt x="171450" y="57150"/>
                </a:cubicBezTo>
                <a:lnTo>
                  <a:pt x="400050" y="57150"/>
                </a:lnTo>
                <a:close/>
                <a:moveTo>
                  <a:pt x="171450" y="157163"/>
                </a:moveTo>
                <a:cubicBezTo>
                  <a:pt x="159574" y="157163"/>
                  <a:pt x="150019" y="166717"/>
                  <a:pt x="150019" y="178594"/>
                </a:cubicBezTo>
                <a:lnTo>
                  <a:pt x="150019" y="207169"/>
                </a:lnTo>
                <a:lnTo>
                  <a:pt x="121444" y="207169"/>
                </a:lnTo>
                <a:cubicBezTo>
                  <a:pt x="109567" y="207169"/>
                  <a:pt x="100013" y="216724"/>
                  <a:pt x="100013" y="228600"/>
                </a:cubicBezTo>
                <a:cubicBezTo>
                  <a:pt x="100013" y="240476"/>
                  <a:pt x="109567" y="250031"/>
                  <a:pt x="121444" y="250031"/>
                </a:cubicBezTo>
                <a:lnTo>
                  <a:pt x="150019" y="250031"/>
                </a:lnTo>
                <a:lnTo>
                  <a:pt x="150019" y="278606"/>
                </a:lnTo>
                <a:cubicBezTo>
                  <a:pt x="150019" y="290483"/>
                  <a:pt x="159574" y="300038"/>
                  <a:pt x="171450" y="300038"/>
                </a:cubicBezTo>
                <a:cubicBezTo>
                  <a:pt x="183326" y="300038"/>
                  <a:pt x="192881" y="290483"/>
                  <a:pt x="192881" y="278606"/>
                </a:cubicBezTo>
                <a:lnTo>
                  <a:pt x="192881" y="250031"/>
                </a:lnTo>
                <a:lnTo>
                  <a:pt x="221456" y="250031"/>
                </a:lnTo>
                <a:cubicBezTo>
                  <a:pt x="233333" y="250031"/>
                  <a:pt x="242888" y="240476"/>
                  <a:pt x="242888" y="228600"/>
                </a:cubicBezTo>
                <a:cubicBezTo>
                  <a:pt x="242888" y="216724"/>
                  <a:pt x="233333" y="207169"/>
                  <a:pt x="221456" y="207169"/>
                </a:cubicBezTo>
                <a:lnTo>
                  <a:pt x="192881" y="207169"/>
                </a:lnTo>
                <a:lnTo>
                  <a:pt x="192881" y="178594"/>
                </a:lnTo>
                <a:cubicBezTo>
                  <a:pt x="192881" y="166717"/>
                  <a:pt x="183326" y="157163"/>
                  <a:pt x="171450" y="157163"/>
                </a:cubicBezTo>
                <a:close/>
                <a:moveTo>
                  <a:pt x="385763" y="242888"/>
                </a:moveTo>
                <a:cubicBezTo>
                  <a:pt x="369992" y="242888"/>
                  <a:pt x="357188" y="255692"/>
                  <a:pt x="357188" y="271463"/>
                </a:cubicBezTo>
                <a:cubicBezTo>
                  <a:pt x="357188" y="287233"/>
                  <a:pt x="369992" y="300038"/>
                  <a:pt x="385763" y="300038"/>
                </a:cubicBezTo>
                <a:cubicBezTo>
                  <a:pt x="401533" y="300038"/>
                  <a:pt x="414338" y="287233"/>
                  <a:pt x="414338" y="271463"/>
                </a:cubicBezTo>
                <a:cubicBezTo>
                  <a:pt x="414338" y="255692"/>
                  <a:pt x="401533" y="242888"/>
                  <a:pt x="385763" y="242888"/>
                </a:cubicBezTo>
                <a:close/>
                <a:moveTo>
                  <a:pt x="442913" y="157163"/>
                </a:moveTo>
                <a:cubicBezTo>
                  <a:pt x="427142" y="157163"/>
                  <a:pt x="414338" y="169967"/>
                  <a:pt x="414338" y="185738"/>
                </a:cubicBezTo>
                <a:cubicBezTo>
                  <a:pt x="414338" y="201508"/>
                  <a:pt x="427142" y="214313"/>
                  <a:pt x="442913" y="214313"/>
                </a:cubicBezTo>
                <a:cubicBezTo>
                  <a:pt x="458683" y="214313"/>
                  <a:pt x="471488" y="201508"/>
                  <a:pt x="471488" y="185738"/>
                </a:cubicBezTo>
                <a:cubicBezTo>
                  <a:pt x="471488" y="169967"/>
                  <a:pt x="458683" y="157163"/>
                  <a:pt x="442913" y="157163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685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229404"/>
                  <a:pt x="457200" y="230207"/>
                  <a:pt x="457200" y="231011"/>
                </a:cubicBezTo>
                <a:cubicBezTo>
                  <a:pt x="456843" y="263604"/>
                  <a:pt x="427196" y="285750"/>
                  <a:pt x="394603" y="285750"/>
                </a:cubicBezTo>
                <a:lnTo>
                  <a:pt x="307181" y="285750"/>
                </a:lnTo>
                <a:cubicBezTo>
                  <a:pt x="283518" y="285750"/>
                  <a:pt x="264319" y="304949"/>
                  <a:pt x="264319" y="328613"/>
                </a:cubicBezTo>
                <a:cubicBezTo>
                  <a:pt x="264319" y="331649"/>
                  <a:pt x="264676" y="334595"/>
                  <a:pt x="265212" y="337453"/>
                </a:cubicBezTo>
                <a:cubicBezTo>
                  <a:pt x="267087" y="346561"/>
                  <a:pt x="271016" y="355312"/>
                  <a:pt x="274856" y="364153"/>
                </a:cubicBezTo>
                <a:cubicBezTo>
                  <a:pt x="280303" y="376476"/>
                  <a:pt x="285661" y="388709"/>
                  <a:pt x="285661" y="401657"/>
                </a:cubicBezTo>
                <a:cubicBezTo>
                  <a:pt x="285661" y="430054"/>
                  <a:pt x="266373" y="455861"/>
                  <a:pt x="237976" y="457021"/>
                </a:cubicBezTo>
                <a:cubicBezTo>
                  <a:pt x="234851" y="457111"/>
                  <a:pt x="231725" y="457200"/>
                  <a:pt x="228511" y="457200"/>
                </a:cubicBezTo>
                <a:cubicBezTo>
                  <a:pt x="102245" y="457200"/>
                  <a:pt x="-89" y="354866"/>
                  <a:pt x="-89" y="228600"/>
                </a:cubicBezTo>
                <a:cubicBezTo>
                  <a:pt x="-89" y="102334"/>
                  <a:pt x="102334" y="0"/>
                  <a:pt x="228600" y="0"/>
                </a:cubicBezTo>
                <a:cubicBezTo>
                  <a:pt x="354866" y="0"/>
                  <a:pt x="457200" y="102334"/>
                  <a:pt x="457200" y="228600"/>
                </a:cubicBezTo>
                <a:close/>
                <a:moveTo>
                  <a:pt x="114300" y="257175"/>
                </a:moveTo>
                <a:cubicBezTo>
                  <a:pt x="114300" y="241404"/>
                  <a:pt x="101496" y="228600"/>
                  <a:pt x="85725" y="228600"/>
                </a:cubicBezTo>
                <a:cubicBezTo>
                  <a:pt x="69954" y="228600"/>
                  <a:pt x="57150" y="241404"/>
                  <a:pt x="57150" y="257175"/>
                </a:cubicBezTo>
                <a:cubicBezTo>
                  <a:pt x="57150" y="272946"/>
                  <a:pt x="69954" y="285750"/>
                  <a:pt x="85725" y="285750"/>
                </a:cubicBezTo>
                <a:cubicBezTo>
                  <a:pt x="101496" y="285750"/>
                  <a:pt x="114300" y="272946"/>
                  <a:pt x="114300" y="257175"/>
                </a:cubicBezTo>
                <a:close/>
                <a:moveTo>
                  <a:pt x="114300" y="171450"/>
                </a:moveTo>
                <a:cubicBezTo>
                  <a:pt x="130071" y="171450"/>
                  <a:pt x="142875" y="158646"/>
                  <a:pt x="142875" y="142875"/>
                </a:cubicBezTo>
                <a:cubicBezTo>
                  <a:pt x="142875" y="127104"/>
                  <a:pt x="130071" y="114300"/>
                  <a:pt x="114300" y="114300"/>
                </a:cubicBezTo>
                <a:cubicBezTo>
                  <a:pt x="98529" y="114300"/>
                  <a:pt x="85725" y="127104"/>
                  <a:pt x="85725" y="142875"/>
                </a:cubicBezTo>
                <a:cubicBezTo>
                  <a:pt x="85725" y="158646"/>
                  <a:pt x="98529" y="171450"/>
                  <a:pt x="114300" y="17145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342900" y="171450"/>
                </a:moveTo>
                <a:cubicBezTo>
                  <a:pt x="358671" y="171450"/>
                  <a:pt x="371475" y="158646"/>
                  <a:pt x="371475" y="142875"/>
                </a:cubicBezTo>
                <a:cubicBezTo>
                  <a:pt x="371475" y="127104"/>
                  <a:pt x="358671" y="114300"/>
                  <a:pt x="342900" y="114300"/>
                </a:cubicBezTo>
                <a:cubicBezTo>
                  <a:pt x="327129" y="114300"/>
                  <a:pt x="314325" y="127104"/>
                  <a:pt x="314325" y="142875"/>
                </a:cubicBezTo>
                <a:cubicBezTo>
                  <a:pt x="314325" y="158646"/>
                  <a:pt x="327129" y="171450"/>
                  <a:pt x="342900" y="17145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16575" y="6858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620000" y="1587500"/>
            <a:ext cx="7620000" cy="622300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28000" y="1714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تعرف على صديقك الجديد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4478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28000" y="2476500"/>
            <a:ext cx="609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جهاز إلكتروني ذكي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يعمل مثل الدماغ البشري ولكن بسرعة فائقة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4455775" y="406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128000" y="4000500"/>
            <a:ext cx="609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يستطيع فعل الكثير!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يحسب، يكتب، يرسم، يلعب، ويتعلم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4478000" y="558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247" y="-903"/>
                </a:moveTo>
                <a:cubicBezTo>
                  <a:pt x="185231" y="-7848"/>
                  <a:pt x="170369" y="-7848"/>
                  <a:pt x="158353" y="-903"/>
                </a:cubicBezTo>
                <a:lnTo>
                  <a:pt x="99874" y="32851"/>
                </a:lnTo>
                <a:cubicBezTo>
                  <a:pt x="87858" y="39797"/>
                  <a:pt x="80427" y="52645"/>
                  <a:pt x="80427" y="66536"/>
                </a:cubicBezTo>
                <a:lnTo>
                  <a:pt x="80427" y="137309"/>
                </a:lnTo>
                <a:lnTo>
                  <a:pt x="19100" y="172730"/>
                </a:lnTo>
                <a:cubicBezTo>
                  <a:pt x="7084" y="179675"/>
                  <a:pt x="-347" y="192524"/>
                  <a:pt x="-347" y="206415"/>
                </a:cubicBezTo>
                <a:lnTo>
                  <a:pt x="-347" y="273993"/>
                </a:lnTo>
                <a:cubicBezTo>
                  <a:pt x="-347" y="287883"/>
                  <a:pt x="7084" y="300732"/>
                  <a:pt x="19100" y="307677"/>
                </a:cubicBezTo>
                <a:lnTo>
                  <a:pt x="77649" y="341432"/>
                </a:lnTo>
                <a:cubicBezTo>
                  <a:pt x="89664" y="348377"/>
                  <a:pt x="104527" y="348377"/>
                  <a:pt x="116542" y="341432"/>
                </a:cubicBezTo>
                <a:lnTo>
                  <a:pt x="177869" y="306010"/>
                </a:lnTo>
                <a:lnTo>
                  <a:pt x="239197" y="341432"/>
                </a:lnTo>
                <a:cubicBezTo>
                  <a:pt x="251212" y="348377"/>
                  <a:pt x="266075" y="348377"/>
                  <a:pt x="278090" y="341432"/>
                </a:cubicBezTo>
                <a:lnTo>
                  <a:pt x="336500" y="307677"/>
                </a:lnTo>
                <a:cubicBezTo>
                  <a:pt x="348516" y="300732"/>
                  <a:pt x="355947" y="287883"/>
                  <a:pt x="355947" y="273993"/>
                </a:cubicBezTo>
                <a:lnTo>
                  <a:pt x="355947" y="206415"/>
                </a:lnTo>
                <a:cubicBezTo>
                  <a:pt x="355947" y="192524"/>
                  <a:pt x="348516" y="179675"/>
                  <a:pt x="336500" y="172730"/>
                </a:cubicBezTo>
                <a:lnTo>
                  <a:pt x="275173" y="137309"/>
                </a:lnTo>
                <a:lnTo>
                  <a:pt x="275173" y="66536"/>
                </a:lnTo>
                <a:cubicBezTo>
                  <a:pt x="275173" y="52645"/>
                  <a:pt x="267742" y="39797"/>
                  <a:pt x="255726" y="32851"/>
                </a:cubicBezTo>
                <a:lnTo>
                  <a:pt x="197247" y="-903"/>
                </a:lnTo>
                <a:close/>
                <a:moveTo>
                  <a:pt x="161131" y="203220"/>
                </a:moveTo>
                <a:lnTo>
                  <a:pt x="161131" y="277187"/>
                </a:lnTo>
                <a:lnTo>
                  <a:pt x="99804" y="312609"/>
                </a:lnTo>
                <a:cubicBezTo>
                  <a:pt x="98971" y="313095"/>
                  <a:pt x="97998" y="313373"/>
                  <a:pt x="97026" y="313373"/>
                </a:cubicBezTo>
                <a:lnTo>
                  <a:pt x="97026" y="240238"/>
                </a:lnTo>
                <a:lnTo>
                  <a:pt x="161131" y="203220"/>
                </a:lnTo>
                <a:close/>
                <a:moveTo>
                  <a:pt x="321846" y="203637"/>
                </a:moveTo>
                <a:cubicBezTo>
                  <a:pt x="322332" y="204470"/>
                  <a:pt x="322610" y="205442"/>
                  <a:pt x="322610" y="206415"/>
                </a:cubicBezTo>
                <a:lnTo>
                  <a:pt x="322610" y="273993"/>
                </a:lnTo>
                <a:cubicBezTo>
                  <a:pt x="322610" y="276007"/>
                  <a:pt x="321568" y="277813"/>
                  <a:pt x="319832" y="278785"/>
                </a:cubicBezTo>
                <a:lnTo>
                  <a:pt x="261283" y="312539"/>
                </a:lnTo>
                <a:cubicBezTo>
                  <a:pt x="260449" y="313025"/>
                  <a:pt x="259477" y="313303"/>
                  <a:pt x="258505" y="313303"/>
                </a:cubicBezTo>
                <a:lnTo>
                  <a:pt x="258505" y="240169"/>
                </a:lnTo>
                <a:lnTo>
                  <a:pt x="321846" y="203637"/>
                </a:lnTo>
                <a:close/>
                <a:moveTo>
                  <a:pt x="241905" y="66536"/>
                </a:moveTo>
                <a:lnTo>
                  <a:pt x="241905" y="137309"/>
                </a:lnTo>
                <a:lnTo>
                  <a:pt x="177800" y="174327"/>
                </a:lnTo>
                <a:lnTo>
                  <a:pt x="177800" y="100360"/>
                </a:lnTo>
                <a:lnTo>
                  <a:pt x="241141" y="63827"/>
                </a:lnTo>
                <a:cubicBezTo>
                  <a:pt x="241627" y="64661"/>
                  <a:pt x="241905" y="65633"/>
                  <a:pt x="241905" y="66606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28000" y="55245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يتكون من جزأين رئيسيين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أجزاء مادية نلمسها وبرامج لا نلمسها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أجزاء الحاسب - الوحدة المركزية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6858000" cy="35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524000" y="1841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61938" y="35719"/>
                </a:moveTo>
                <a:cubicBezTo>
                  <a:pt x="261938" y="15925"/>
                  <a:pt x="246013" y="0"/>
                  <a:pt x="226219" y="0"/>
                </a:cubicBezTo>
                <a:cubicBezTo>
                  <a:pt x="206425" y="0"/>
                  <a:pt x="190500" y="15925"/>
                  <a:pt x="190500" y="35719"/>
                </a:cubicBezTo>
                <a:lnTo>
                  <a:pt x="190500" y="95250"/>
                </a:lnTo>
                <a:cubicBezTo>
                  <a:pt x="137964" y="95250"/>
                  <a:pt x="95250" y="137964"/>
                  <a:pt x="95250" y="190500"/>
                </a:cubicBezTo>
                <a:lnTo>
                  <a:pt x="35719" y="190500"/>
                </a:lnTo>
                <a:cubicBezTo>
                  <a:pt x="15925" y="190500"/>
                  <a:pt x="0" y="206425"/>
                  <a:pt x="0" y="226219"/>
                </a:cubicBezTo>
                <a:cubicBezTo>
                  <a:pt x="0" y="246013"/>
                  <a:pt x="15925" y="261938"/>
                  <a:pt x="35719" y="261938"/>
                </a:cubicBezTo>
                <a:lnTo>
                  <a:pt x="95250" y="261938"/>
                </a:lnTo>
                <a:lnTo>
                  <a:pt x="95250" y="345281"/>
                </a:lnTo>
                <a:lnTo>
                  <a:pt x="35719" y="345281"/>
                </a:lnTo>
                <a:cubicBezTo>
                  <a:pt x="15925" y="345281"/>
                  <a:pt x="0" y="361206"/>
                  <a:pt x="0" y="381000"/>
                </a:cubicBezTo>
                <a:cubicBezTo>
                  <a:pt x="0" y="400794"/>
                  <a:pt x="15925" y="416719"/>
                  <a:pt x="35719" y="416719"/>
                </a:cubicBezTo>
                <a:lnTo>
                  <a:pt x="95250" y="416719"/>
                </a:lnTo>
                <a:lnTo>
                  <a:pt x="95250" y="500063"/>
                </a:lnTo>
                <a:lnTo>
                  <a:pt x="35719" y="500063"/>
                </a:lnTo>
                <a:cubicBezTo>
                  <a:pt x="15925" y="500063"/>
                  <a:pt x="0" y="515987"/>
                  <a:pt x="0" y="535781"/>
                </a:cubicBezTo>
                <a:cubicBezTo>
                  <a:pt x="0" y="555575"/>
                  <a:pt x="15925" y="571500"/>
                  <a:pt x="35719" y="571500"/>
                </a:cubicBezTo>
                <a:lnTo>
                  <a:pt x="95250" y="571500"/>
                </a:lnTo>
                <a:cubicBezTo>
                  <a:pt x="95250" y="624036"/>
                  <a:pt x="137964" y="666750"/>
                  <a:pt x="190500" y="666750"/>
                </a:cubicBezTo>
                <a:lnTo>
                  <a:pt x="190500" y="726281"/>
                </a:lnTo>
                <a:cubicBezTo>
                  <a:pt x="190500" y="746075"/>
                  <a:pt x="206425" y="762000"/>
                  <a:pt x="226219" y="762000"/>
                </a:cubicBezTo>
                <a:cubicBezTo>
                  <a:pt x="246013" y="762000"/>
                  <a:pt x="261938" y="746075"/>
                  <a:pt x="261938" y="726281"/>
                </a:cubicBezTo>
                <a:lnTo>
                  <a:pt x="261938" y="666750"/>
                </a:lnTo>
                <a:lnTo>
                  <a:pt x="345281" y="666750"/>
                </a:lnTo>
                <a:lnTo>
                  <a:pt x="345281" y="726281"/>
                </a:lnTo>
                <a:cubicBezTo>
                  <a:pt x="345281" y="746075"/>
                  <a:pt x="361206" y="762000"/>
                  <a:pt x="381000" y="762000"/>
                </a:cubicBezTo>
                <a:cubicBezTo>
                  <a:pt x="400794" y="762000"/>
                  <a:pt x="416719" y="746075"/>
                  <a:pt x="416719" y="726281"/>
                </a:cubicBezTo>
                <a:lnTo>
                  <a:pt x="416719" y="666750"/>
                </a:lnTo>
                <a:lnTo>
                  <a:pt x="500063" y="666750"/>
                </a:lnTo>
                <a:lnTo>
                  <a:pt x="500063" y="726281"/>
                </a:lnTo>
                <a:cubicBezTo>
                  <a:pt x="500063" y="746075"/>
                  <a:pt x="515987" y="762000"/>
                  <a:pt x="535781" y="762000"/>
                </a:cubicBezTo>
                <a:cubicBezTo>
                  <a:pt x="555575" y="762000"/>
                  <a:pt x="571500" y="746075"/>
                  <a:pt x="571500" y="726281"/>
                </a:cubicBezTo>
                <a:lnTo>
                  <a:pt x="571500" y="666750"/>
                </a:lnTo>
                <a:cubicBezTo>
                  <a:pt x="624036" y="666750"/>
                  <a:pt x="666750" y="624036"/>
                  <a:pt x="666750" y="571500"/>
                </a:cubicBezTo>
                <a:lnTo>
                  <a:pt x="726281" y="571500"/>
                </a:lnTo>
                <a:cubicBezTo>
                  <a:pt x="746075" y="571500"/>
                  <a:pt x="762000" y="555575"/>
                  <a:pt x="762000" y="535781"/>
                </a:cubicBezTo>
                <a:cubicBezTo>
                  <a:pt x="762000" y="515987"/>
                  <a:pt x="746075" y="500063"/>
                  <a:pt x="726281" y="500063"/>
                </a:cubicBezTo>
                <a:lnTo>
                  <a:pt x="666750" y="500063"/>
                </a:lnTo>
                <a:lnTo>
                  <a:pt x="666750" y="416719"/>
                </a:lnTo>
                <a:lnTo>
                  <a:pt x="726281" y="416719"/>
                </a:lnTo>
                <a:cubicBezTo>
                  <a:pt x="746075" y="416719"/>
                  <a:pt x="762000" y="400794"/>
                  <a:pt x="762000" y="381000"/>
                </a:cubicBezTo>
                <a:cubicBezTo>
                  <a:pt x="762000" y="361206"/>
                  <a:pt x="746075" y="345281"/>
                  <a:pt x="726281" y="345281"/>
                </a:cubicBezTo>
                <a:lnTo>
                  <a:pt x="666750" y="345281"/>
                </a:lnTo>
                <a:lnTo>
                  <a:pt x="666750" y="261938"/>
                </a:lnTo>
                <a:lnTo>
                  <a:pt x="726281" y="261938"/>
                </a:lnTo>
                <a:cubicBezTo>
                  <a:pt x="746075" y="261938"/>
                  <a:pt x="762000" y="246013"/>
                  <a:pt x="762000" y="226219"/>
                </a:cubicBezTo>
                <a:cubicBezTo>
                  <a:pt x="762000" y="206425"/>
                  <a:pt x="746075" y="190500"/>
                  <a:pt x="726281" y="190500"/>
                </a:cubicBezTo>
                <a:lnTo>
                  <a:pt x="666750" y="190500"/>
                </a:lnTo>
                <a:cubicBezTo>
                  <a:pt x="666750" y="137964"/>
                  <a:pt x="624036" y="95250"/>
                  <a:pt x="571500" y="95250"/>
                </a:cubicBezTo>
                <a:lnTo>
                  <a:pt x="571500" y="35719"/>
                </a:lnTo>
                <a:cubicBezTo>
                  <a:pt x="571500" y="15925"/>
                  <a:pt x="555575" y="0"/>
                  <a:pt x="535781" y="0"/>
                </a:cubicBezTo>
                <a:cubicBezTo>
                  <a:pt x="515987" y="0"/>
                  <a:pt x="500063" y="15925"/>
                  <a:pt x="500063" y="35719"/>
                </a:cubicBezTo>
                <a:lnTo>
                  <a:pt x="500063" y="95250"/>
                </a:lnTo>
                <a:lnTo>
                  <a:pt x="416719" y="95250"/>
                </a:lnTo>
                <a:lnTo>
                  <a:pt x="416719" y="35719"/>
                </a:lnTo>
                <a:cubicBezTo>
                  <a:pt x="416719" y="15925"/>
                  <a:pt x="400794" y="0"/>
                  <a:pt x="381000" y="0"/>
                </a:cubicBezTo>
                <a:cubicBezTo>
                  <a:pt x="361206" y="0"/>
                  <a:pt x="345281" y="15925"/>
                  <a:pt x="345281" y="35719"/>
                </a:cubicBezTo>
                <a:lnTo>
                  <a:pt x="345281" y="95250"/>
                </a:lnTo>
                <a:lnTo>
                  <a:pt x="261938" y="95250"/>
                </a:lnTo>
                <a:lnTo>
                  <a:pt x="261938" y="35719"/>
                </a:lnTo>
                <a:close/>
                <a:moveTo>
                  <a:pt x="238125" y="190500"/>
                </a:moveTo>
                <a:lnTo>
                  <a:pt x="523875" y="190500"/>
                </a:lnTo>
                <a:cubicBezTo>
                  <a:pt x="550218" y="190500"/>
                  <a:pt x="571500" y="211782"/>
                  <a:pt x="571500" y="238125"/>
                </a:cubicBezTo>
                <a:lnTo>
                  <a:pt x="571500" y="523875"/>
                </a:lnTo>
                <a:cubicBezTo>
                  <a:pt x="571500" y="550218"/>
                  <a:pt x="550218" y="571500"/>
                  <a:pt x="523875" y="571500"/>
                </a:cubicBezTo>
                <a:lnTo>
                  <a:pt x="238125" y="571500"/>
                </a:lnTo>
                <a:cubicBezTo>
                  <a:pt x="211782" y="571500"/>
                  <a:pt x="190500" y="550218"/>
                  <a:pt x="190500" y="523875"/>
                </a:cubicBezTo>
                <a:lnTo>
                  <a:pt x="190500" y="238125"/>
                </a:lnTo>
                <a:cubicBezTo>
                  <a:pt x="190500" y="211782"/>
                  <a:pt x="211782" y="190500"/>
                  <a:pt x="238125" y="190500"/>
                </a:cubicBezTo>
                <a:close/>
                <a:moveTo>
                  <a:pt x="261938" y="261938"/>
                </a:moveTo>
                <a:lnTo>
                  <a:pt x="261938" y="500063"/>
                </a:lnTo>
                <a:lnTo>
                  <a:pt x="500063" y="500063"/>
                </a:lnTo>
                <a:lnTo>
                  <a:pt x="500063" y="261938"/>
                </a:lnTo>
                <a:lnTo>
                  <a:pt x="261938" y="261938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24000" y="2730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الوحدة المركزية (الصندوق)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24000" y="3556000"/>
            <a:ext cx="584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قلب الحاسب النابض!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تحتوي على المعالج = الدماغ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والذاكرة = التخزين المؤقت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382000" y="1587500"/>
            <a:ext cx="6858000" cy="35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890000" y="1841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523875"/>
                </a:lnTo>
                <a:cubicBezTo>
                  <a:pt x="0" y="576411"/>
                  <a:pt x="42714" y="619125"/>
                  <a:pt x="95250" y="619125"/>
                </a:cubicBezTo>
                <a:lnTo>
                  <a:pt x="309563" y="619125"/>
                </a:lnTo>
                <a:lnTo>
                  <a:pt x="285750" y="690563"/>
                </a:lnTo>
                <a:lnTo>
                  <a:pt x="178594" y="690563"/>
                </a:lnTo>
                <a:cubicBezTo>
                  <a:pt x="158800" y="690563"/>
                  <a:pt x="142875" y="706487"/>
                  <a:pt x="142875" y="726281"/>
                </a:cubicBezTo>
                <a:cubicBezTo>
                  <a:pt x="142875" y="746075"/>
                  <a:pt x="158800" y="762000"/>
                  <a:pt x="178594" y="762000"/>
                </a:cubicBezTo>
                <a:lnTo>
                  <a:pt x="583406" y="762000"/>
                </a:lnTo>
                <a:cubicBezTo>
                  <a:pt x="603200" y="762000"/>
                  <a:pt x="619125" y="746075"/>
                  <a:pt x="619125" y="726281"/>
                </a:cubicBezTo>
                <a:cubicBezTo>
                  <a:pt x="619125" y="706487"/>
                  <a:pt x="603200" y="690563"/>
                  <a:pt x="583406" y="690563"/>
                </a:cubicBezTo>
                <a:lnTo>
                  <a:pt x="476250" y="690563"/>
                </a:lnTo>
                <a:lnTo>
                  <a:pt x="452438" y="619125"/>
                </a:lnTo>
                <a:lnTo>
                  <a:pt x="666750" y="619125"/>
                </a:lnTo>
                <a:cubicBezTo>
                  <a:pt x="719286" y="619125"/>
                  <a:pt x="762000" y="576411"/>
                  <a:pt x="762000" y="523875"/>
                </a:cubicBezTo>
                <a:lnTo>
                  <a:pt x="762000" y="142875"/>
                </a:lnTo>
                <a:cubicBezTo>
                  <a:pt x="762000" y="90339"/>
                  <a:pt x="719286" y="47625"/>
                  <a:pt x="666750" y="47625"/>
                </a:cubicBezTo>
                <a:lnTo>
                  <a:pt x="95250" y="47625"/>
                </a:lnTo>
                <a:close/>
                <a:moveTo>
                  <a:pt x="142875" y="142875"/>
                </a:moveTo>
                <a:lnTo>
                  <a:pt x="619125" y="142875"/>
                </a:lnTo>
                <a:cubicBezTo>
                  <a:pt x="645468" y="142875"/>
                  <a:pt x="666750" y="164157"/>
                  <a:pt x="666750" y="190500"/>
                </a:cubicBezTo>
                <a:lnTo>
                  <a:pt x="666750" y="428625"/>
                </a:lnTo>
                <a:cubicBezTo>
                  <a:pt x="666750" y="454968"/>
                  <a:pt x="645468" y="476250"/>
                  <a:pt x="619125" y="476250"/>
                </a:cubicBezTo>
                <a:lnTo>
                  <a:pt x="142875" y="476250"/>
                </a:lnTo>
                <a:cubicBezTo>
                  <a:pt x="116532" y="476250"/>
                  <a:pt x="95250" y="454968"/>
                  <a:pt x="95250" y="428625"/>
                </a:cubicBezTo>
                <a:lnTo>
                  <a:pt x="95250" y="190500"/>
                </a:lnTo>
                <a:cubicBezTo>
                  <a:pt x="95250" y="164157"/>
                  <a:pt x="116532" y="142875"/>
                  <a:pt x="142875" y="142875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890000" y="2730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الشاشة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890000" y="3556000"/>
            <a:ext cx="584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نافذتنا لرؤية كل شيء!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تعرض الصور والنصوص والألوان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كلما كانت أكبر، رأينا أكثر!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6000" y="5397500"/>
            <a:ext cx="14224000" cy="2540000"/>
          </a:xfrm>
          <a:prstGeom prst="roundRect">
            <a:avLst>
              <a:gd name="adj" fmla="val 8000"/>
            </a:avLst>
          </a:prstGeom>
          <a:solidFill>
            <a:srgbClr val="FFFBEA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4478000" y="565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22250" y="158750"/>
                </a:moveTo>
                <a:cubicBezTo>
                  <a:pt x="222250" y="141227"/>
                  <a:pt x="236477" y="127000"/>
                  <a:pt x="254000" y="127000"/>
                </a:cubicBezTo>
                <a:cubicBezTo>
                  <a:pt x="271523" y="127000"/>
                  <a:pt x="285750" y="141227"/>
                  <a:pt x="285750" y="158750"/>
                </a:cubicBezTo>
                <a:cubicBezTo>
                  <a:pt x="285750" y="176273"/>
                  <a:pt x="271523" y="190500"/>
                  <a:pt x="254000" y="190500"/>
                </a:cubicBezTo>
                <a:cubicBezTo>
                  <a:pt x="236477" y="190500"/>
                  <a:pt x="222250" y="176273"/>
                  <a:pt x="222250" y="158750"/>
                </a:cubicBezTo>
                <a:close/>
                <a:moveTo>
                  <a:pt x="214313" y="222250"/>
                </a:moveTo>
                <a:lnTo>
                  <a:pt x="261937" y="222250"/>
                </a:lnTo>
                <a:cubicBezTo>
                  <a:pt x="275134" y="222250"/>
                  <a:pt x="285750" y="232866"/>
                  <a:pt x="285750" y="246063"/>
                </a:cubicBezTo>
                <a:lnTo>
                  <a:pt x="285750" y="333375"/>
                </a:lnTo>
                <a:lnTo>
                  <a:pt x="293688" y="333375"/>
                </a:lnTo>
                <a:cubicBezTo>
                  <a:pt x="306884" y="333375"/>
                  <a:pt x="317500" y="343991"/>
                  <a:pt x="317500" y="357188"/>
                </a:cubicBezTo>
                <a:cubicBezTo>
                  <a:pt x="317500" y="370384"/>
                  <a:pt x="306884" y="381000"/>
                  <a:pt x="293688" y="381000"/>
                </a:cubicBezTo>
                <a:lnTo>
                  <a:pt x="214313" y="381000"/>
                </a:lnTo>
                <a:cubicBezTo>
                  <a:pt x="201116" y="381000"/>
                  <a:pt x="190500" y="370384"/>
                  <a:pt x="190500" y="357188"/>
                </a:cubicBezTo>
                <a:cubicBezTo>
                  <a:pt x="190500" y="343991"/>
                  <a:pt x="201116" y="333375"/>
                  <a:pt x="214313" y="333375"/>
                </a:cubicBezTo>
                <a:lnTo>
                  <a:pt x="238125" y="333375"/>
                </a:lnTo>
                <a:lnTo>
                  <a:pt x="238125" y="269875"/>
                </a:lnTo>
                <a:lnTo>
                  <a:pt x="214313" y="269875"/>
                </a:lnTo>
                <a:cubicBezTo>
                  <a:pt x="201116" y="269875"/>
                  <a:pt x="190500" y="259259"/>
                  <a:pt x="190500" y="246063"/>
                </a:cubicBezTo>
                <a:cubicBezTo>
                  <a:pt x="190500" y="232866"/>
                  <a:pt x="201116" y="222250"/>
                  <a:pt x="214313" y="22225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24000" y="5588000"/>
            <a:ext cx="1270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تفاعل: اضغط على كل جزء لتعرف وظيفته!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524000" y="6350000"/>
            <a:ext cx="4318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108575" y="6477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35719"/>
                </a:moveTo>
                <a:cubicBezTo>
                  <a:pt x="114300" y="15984"/>
                  <a:pt x="130284" y="0"/>
                  <a:pt x="150019" y="0"/>
                </a:cubicBezTo>
                <a:cubicBezTo>
                  <a:pt x="169753" y="0"/>
                  <a:pt x="185738" y="15984"/>
                  <a:pt x="185738" y="35719"/>
                </a:cubicBezTo>
                <a:lnTo>
                  <a:pt x="185738" y="168057"/>
                </a:lnTo>
                <a:cubicBezTo>
                  <a:pt x="193328" y="161270"/>
                  <a:pt x="203329" y="157163"/>
                  <a:pt x="214313" y="157163"/>
                </a:cubicBezTo>
                <a:cubicBezTo>
                  <a:pt x="232708" y="157163"/>
                  <a:pt x="248424" y="168771"/>
                  <a:pt x="254496" y="185023"/>
                </a:cubicBezTo>
                <a:cubicBezTo>
                  <a:pt x="262354" y="176719"/>
                  <a:pt x="273427" y="171450"/>
                  <a:pt x="285750" y="171450"/>
                </a:cubicBezTo>
                <a:cubicBezTo>
                  <a:pt x="308342" y="171450"/>
                  <a:pt x="326827" y="188863"/>
                  <a:pt x="328523" y="211009"/>
                </a:cubicBezTo>
                <a:cubicBezTo>
                  <a:pt x="336113" y="204133"/>
                  <a:pt x="346204" y="200025"/>
                  <a:pt x="357188" y="200025"/>
                </a:cubicBezTo>
                <a:cubicBezTo>
                  <a:pt x="380851" y="200025"/>
                  <a:pt x="400050" y="219224"/>
                  <a:pt x="400050" y="242888"/>
                </a:cubicBezTo>
                <a:lnTo>
                  <a:pt x="400050" y="342900"/>
                </a:lnTo>
                <a:cubicBezTo>
                  <a:pt x="400050" y="406033"/>
                  <a:pt x="348883" y="457200"/>
                  <a:pt x="285750" y="457200"/>
                </a:cubicBezTo>
                <a:lnTo>
                  <a:pt x="209580" y="457200"/>
                </a:lnTo>
                <a:cubicBezTo>
                  <a:pt x="205115" y="457200"/>
                  <a:pt x="200739" y="456932"/>
                  <a:pt x="196453" y="456307"/>
                </a:cubicBezTo>
                <a:cubicBezTo>
                  <a:pt x="147072" y="451306"/>
                  <a:pt x="101620" y="425946"/>
                  <a:pt x="71438" y="385763"/>
                </a:cubicBezTo>
                <a:lnTo>
                  <a:pt x="7144" y="300038"/>
                </a:lnTo>
                <a:cubicBezTo>
                  <a:pt x="-4733" y="284232"/>
                  <a:pt x="-1518" y="261908"/>
                  <a:pt x="14288" y="250031"/>
                </a:cubicBezTo>
                <a:cubicBezTo>
                  <a:pt x="30093" y="238155"/>
                  <a:pt x="52417" y="241369"/>
                  <a:pt x="64294" y="257175"/>
                </a:cubicBezTo>
                <a:lnTo>
                  <a:pt x="114300" y="323880"/>
                </a:lnTo>
                <a:lnTo>
                  <a:pt x="114300" y="35719"/>
                </a:lnTo>
                <a:close/>
                <a:moveTo>
                  <a:pt x="214313" y="271463"/>
                </a:moveTo>
                <a:cubicBezTo>
                  <a:pt x="214313" y="263604"/>
                  <a:pt x="207883" y="257175"/>
                  <a:pt x="200025" y="257175"/>
                </a:cubicBezTo>
                <a:cubicBezTo>
                  <a:pt x="192167" y="257175"/>
                  <a:pt x="185738" y="263604"/>
                  <a:pt x="185738" y="271463"/>
                </a:cubicBezTo>
                <a:lnTo>
                  <a:pt x="185738" y="357188"/>
                </a:lnTo>
                <a:cubicBezTo>
                  <a:pt x="185738" y="365046"/>
                  <a:pt x="192167" y="371475"/>
                  <a:pt x="200025" y="371475"/>
                </a:cubicBezTo>
                <a:cubicBezTo>
                  <a:pt x="207883" y="371475"/>
                  <a:pt x="214313" y="365046"/>
                  <a:pt x="214313" y="357188"/>
                </a:cubicBezTo>
                <a:lnTo>
                  <a:pt x="214313" y="271463"/>
                </a:lnTo>
                <a:close/>
                <a:moveTo>
                  <a:pt x="257175" y="257175"/>
                </a:moveTo>
                <a:cubicBezTo>
                  <a:pt x="249317" y="257175"/>
                  <a:pt x="242888" y="263604"/>
                  <a:pt x="242888" y="271463"/>
                </a:cubicBezTo>
                <a:lnTo>
                  <a:pt x="242888" y="357188"/>
                </a:lnTo>
                <a:cubicBezTo>
                  <a:pt x="242888" y="365046"/>
                  <a:pt x="249317" y="371475"/>
                  <a:pt x="257175" y="371475"/>
                </a:cubicBezTo>
                <a:cubicBezTo>
                  <a:pt x="265033" y="371475"/>
                  <a:pt x="271463" y="365046"/>
                  <a:pt x="271463" y="357188"/>
                </a:cubicBezTo>
                <a:lnTo>
                  <a:pt x="271463" y="271463"/>
                </a:lnTo>
                <a:cubicBezTo>
                  <a:pt x="271463" y="263604"/>
                  <a:pt x="265033" y="257175"/>
                  <a:pt x="257175" y="257175"/>
                </a:cubicBezTo>
                <a:close/>
                <a:moveTo>
                  <a:pt x="328613" y="271463"/>
                </a:moveTo>
                <a:cubicBezTo>
                  <a:pt x="328613" y="263604"/>
                  <a:pt x="322183" y="257175"/>
                  <a:pt x="314325" y="257175"/>
                </a:cubicBezTo>
                <a:cubicBezTo>
                  <a:pt x="306467" y="257175"/>
                  <a:pt x="300038" y="263604"/>
                  <a:pt x="300038" y="271463"/>
                </a:cubicBezTo>
                <a:lnTo>
                  <a:pt x="300038" y="357188"/>
                </a:lnTo>
                <a:cubicBezTo>
                  <a:pt x="300038" y="365046"/>
                  <a:pt x="306467" y="371475"/>
                  <a:pt x="314325" y="371475"/>
                </a:cubicBezTo>
                <a:cubicBezTo>
                  <a:pt x="322183" y="371475"/>
                  <a:pt x="328613" y="365046"/>
                  <a:pt x="328613" y="357188"/>
                </a:cubicBezTo>
                <a:lnTo>
                  <a:pt x="328613" y="271463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778000" y="6413500"/>
            <a:ext cx="317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المعالج</a:t>
            </a:r>
            <a:endParaRPr lang="en-US" sz="1600" dirty="0"/>
          </a:p>
          <a:p>
            <a:pPr algn="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ينفذ جميع الأوامر!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23000" y="6350000"/>
            <a:ext cx="4318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750425" y="6477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77000" y="6413500"/>
            <a:ext cx="317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الشاشة</a:t>
            </a:r>
            <a:endParaRPr lang="en-US" sz="1600" dirty="0"/>
          </a:p>
          <a:p>
            <a:pPr algn="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تعرض كل شيء لنا!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922000" y="6350000"/>
            <a:ext cx="4318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4478000" y="647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120908"/>
                </a:lnTo>
                <a:cubicBezTo>
                  <a:pt x="0" y="126980"/>
                  <a:pt x="3929" y="132159"/>
                  <a:pt x="9019" y="135463"/>
                </a:cubicBezTo>
                <a:cubicBezTo>
                  <a:pt x="20806" y="143143"/>
                  <a:pt x="28575" y="156359"/>
                  <a:pt x="28575" y="171450"/>
                </a:cubicBezTo>
                <a:cubicBezTo>
                  <a:pt x="28575" y="186541"/>
                  <a:pt x="20806" y="199757"/>
                  <a:pt x="9019" y="207437"/>
                </a:cubicBezTo>
                <a:cubicBezTo>
                  <a:pt x="3929" y="210741"/>
                  <a:pt x="0" y="215920"/>
                  <a:pt x="0" y="221992"/>
                </a:cubicBezTo>
                <a:lnTo>
                  <a:pt x="0" y="271463"/>
                </a:lnTo>
                <a:lnTo>
                  <a:pt x="457200" y="271463"/>
                </a:lnTo>
                <a:lnTo>
                  <a:pt x="457200" y="221992"/>
                </a:lnTo>
                <a:cubicBezTo>
                  <a:pt x="457200" y="215920"/>
                  <a:pt x="453271" y="210741"/>
                  <a:pt x="448181" y="207437"/>
                </a:cubicBezTo>
                <a:cubicBezTo>
                  <a:pt x="436394" y="199757"/>
                  <a:pt x="428625" y="186541"/>
                  <a:pt x="428625" y="171450"/>
                </a:cubicBezTo>
                <a:cubicBezTo>
                  <a:pt x="428625" y="156359"/>
                  <a:pt x="436394" y="143143"/>
                  <a:pt x="448181" y="135463"/>
                </a:cubicBezTo>
                <a:cubicBezTo>
                  <a:pt x="453271" y="132159"/>
                  <a:pt x="457200" y="126980"/>
                  <a:pt x="457200" y="120908"/>
                </a:cubicBezTo>
                <a:lnTo>
                  <a:pt x="457200" y="114300"/>
                </a:lnTo>
                <a:cubicBezTo>
                  <a:pt x="457200" y="82778"/>
                  <a:pt x="431572" y="57150"/>
                  <a:pt x="400050" y="57150"/>
                </a:cubicBezTo>
                <a:lnTo>
                  <a:pt x="57150" y="57150"/>
                </a:lnTo>
                <a:close/>
                <a:moveTo>
                  <a:pt x="457200" y="371475"/>
                </a:moveTo>
                <a:lnTo>
                  <a:pt x="457200" y="314325"/>
                </a:lnTo>
                <a:lnTo>
                  <a:pt x="0" y="314325"/>
                </a:lnTo>
                <a:lnTo>
                  <a:pt x="0" y="371475"/>
                </a:lnTo>
                <a:cubicBezTo>
                  <a:pt x="0" y="387281"/>
                  <a:pt x="12769" y="400050"/>
                  <a:pt x="28575" y="400050"/>
                </a:cubicBezTo>
                <a:lnTo>
                  <a:pt x="85725" y="400050"/>
                </a:lnTo>
                <a:lnTo>
                  <a:pt x="85725" y="378619"/>
                </a:lnTo>
                <a:cubicBezTo>
                  <a:pt x="85725" y="366742"/>
                  <a:pt x="95280" y="357188"/>
                  <a:pt x="107156" y="357188"/>
                </a:cubicBezTo>
                <a:cubicBezTo>
                  <a:pt x="119033" y="357188"/>
                  <a:pt x="128588" y="366742"/>
                  <a:pt x="128588" y="378619"/>
                </a:cubicBezTo>
                <a:lnTo>
                  <a:pt x="128588" y="400050"/>
                </a:lnTo>
                <a:lnTo>
                  <a:pt x="207169" y="400050"/>
                </a:lnTo>
                <a:lnTo>
                  <a:pt x="207169" y="378619"/>
                </a:lnTo>
                <a:cubicBezTo>
                  <a:pt x="207169" y="366742"/>
                  <a:pt x="216724" y="357188"/>
                  <a:pt x="228600" y="357188"/>
                </a:cubicBezTo>
                <a:cubicBezTo>
                  <a:pt x="240476" y="357188"/>
                  <a:pt x="250031" y="366742"/>
                  <a:pt x="250031" y="378619"/>
                </a:cubicBezTo>
                <a:lnTo>
                  <a:pt x="250031" y="400050"/>
                </a:lnTo>
                <a:lnTo>
                  <a:pt x="328613" y="400050"/>
                </a:lnTo>
                <a:lnTo>
                  <a:pt x="328613" y="378619"/>
                </a:lnTo>
                <a:cubicBezTo>
                  <a:pt x="328613" y="366742"/>
                  <a:pt x="338167" y="357188"/>
                  <a:pt x="350044" y="357188"/>
                </a:cubicBezTo>
                <a:cubicBezTo>
                  <a:pt x="361920" y="357188"/>
                  <a:pt x="371475" y="366742"/>
                  <a:pt x="371475" y="378619"/>
                </a:cubicBezTo>
                <a:lnTo>
                  <a:pt x="371475" y="400050"/>
                </a:ln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lose/>
                <a:moveTo>
                  <a:pt x="142875" y="142875"/>
                </a:moveTo>
                <a:lnTo>
                  <a:pt x="142875" y="200025"/>
                </a:lnTo>
                <a:cubicBezTo>
                  <a:pt x="142875" y="215831"/>
                  <a:pt x="130106" y="228600"/>
                  <a:pt x="114300" y="228600"/>
                </a:cubicBezTo>
                <a:cubicBezTo>
                  <a:pt x="98494" y="228600"/>
                  <a:pt x="85725" y="215831"/>
                  <a:pt x="85725" y="200025"/>
                </a:cubicBezTo>
                <a:lnTo>
                  <a:pt x="85725" y="142875"/>
                </a:lnTo>
                <a:cubicBezTo>
                  <a:pt x="85725" y="127069"/>
                  <a:pt x="98494" y="114300"/>
                  <a:pt x="114300" y="114300"/>
                </a:cubicBezTo>
                <a:cubicBezTo>
                  <a:pt x="130106" y="114300"/>
                  <a:pt x="142875" y="127069"/>
                  <a:pt x="142875" y="142875"/>
                </a:cubicBezTo>
                <a:close/>
                <a:moveTo>
                  <a:pt x="257175" y="142875"/>
                </a:moveTo>
                <a:lnTo>
                  <a:pt x="257175" y="200025"/>
                </a:lnTo>
                <a:cubicBezTo>
                  <a:pt x="257175" y="215831"/>
                  <a:pt x="244406" y="228600"/>
                  <a:pt x="228600" y="228600"/>
                </a:cubicBezTo>
                <a:cubicBezTo>
                  <a:pt x="212794" y="228600"/>
                  <a:pt x="200025" y="215831"/>
                  <a:pt x="200025" y="200025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71475" y="142875"/>
                </a:moveTo>
                <a:lnTo>
                  <a:pt x="371475" y="200025"/>
                </a:lnTo>
                <a:cubicBezTo>
                  <a:pt x="371475" y="215831"/>
                  <a:pt x="358706" y="228600"/>
                  <a:pt x="342900" y="228600"/>
                </a:cubicBezTo>
                <a:cubicBezTo>
                  <a:pt x="327094" y="228600"/>
                  <a:pt x="314325" y="215831"/>
                  <a:pt x="314325" y="200025"/>
                </a:cubicBezTo>
                <a:lnTo>
                  <a:pt x="314325" y="142875"/>
                </a:lnTo>
                <a:cubicBezTo>
                  <a:pt x="314325" y="127069"/>
                  <a:pt x="327094" y="114300"/>
                  <a:pt x="342900" y="114300"/>
                </a:cubicBezTo>
                <a:cubicBezTo>
                  <a:pt x="358706" y="114300"/>
                  <a:pt x="371475" y="127069"/>
                  <a:pt x="371475" y="142875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1176000" y="6413500"/>
            <a:ext cx="317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الذاكرة</a:t>
            </a:r>
            <a:endParaRPr lang="en-US" sz="1600" dirty="0"/>
          </a:p>
          <a:p>
            <a:pPr algn="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تخزن المعلومات مؤقتاً!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16000" y="8128000"/>
            <a:ext cx="14224000" cy="76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A6B70"/>
              </a:gs>
              <a:gs pos="100000">
                <a:srgbClr val="0A8B91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70000" y="8255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كل هذه الأجزاء تعمل معاً كفريق واحد!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أجهزة الإدخال - لوحة المفاتيح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6350000" cy="622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762250" y="1968500"/>
            <a:ext cx="2857500" cy="2540000"/>
          </a:xfrm>
          <a:custGeom>
            <a:avLst/>
            <a:gdLst/>
            <a:ahLst/>
            <a:cxnLst/>
            <a:rect l="l" t="t" r="r" b="b"/>
            <a:pathLst>
              <a:path w="2857500" h="2540000">
                <a:moveTo>
                  <a:pt x="317500" y="317500"/>
                </a:moveTo>
                <a:cubicBezTo>
                  <a:pt x="142379" y="317500"/>
                  <a:pt x="0" y="459879"/>
                  <a:pt x="0" y="635000"/>
                </a:cubicBezTo>
                <a:lnTo>
                  <a:pt x="0" y="1905000"/>
                </a:lnTo>
                <a:cubicBezTo>
                  <a:pt x="0" y="2080121"/>
                  <a:pt x="142379" y="2222500"/>
                  <a:pt x="317500" y="2222500"/>
                </a:cubicBezTo>
                <a:lnTo>
                  <a:pt x="2540000" y="2222500"/>
                </a:lnTo>
                <a:cubicBezTo>
                  <a:pt x="2715121" y="2222500"/>
                  <a:pt x="2857500" y="2080121"/>
                  <a:pt x="2857500" y="1905000"/>
                </a:cubicBezTo>
                <a:lnTo>
                  <a:pt x="2857500" y="635000"/>
                </a:lnTo>
                <a:cubicBezTo>
                  <a:pt x="2857500" y="459879"/>
                  <a:pt x="2715121" y="317500"/>
                  <a:pt x="2540000" y="317500"/>
                </a:cubicBezTo>
                <a:lnTo>
                  <a:pt x="317500" y="317500"/>
                </a:lnTo>
                <a:close/>
                <a:moveTo>
                  <a:pt x="396875" y="635000"/>
                </a:moveTo>
                <a:lnTo>
                  <a:pt x="555625" y="635000"/>
                </a:lnTo>
                <a:cubicBezTo>
                  <a:pt x="599281" y="635000"/>
                  <a:pt x="635000" y="670719"/>
                  <a:pt x="635000" y="714375"/>
                </a:cubicBezTo>
                <a:lnTo>
                  <a:pt x="635000" y="873125"/>
                </a:lnTo>
                <a:cubicBezTo>
                  <a:pt x="635000" y="916781"/>
                  <a:pt x="599281" y="952500"/>
                  <a:pt x="555625" y="952500"/>
                </a:cubicBezTo>
                <a:lnTo>
                  <a:pt x="396875" y="952500"/>
                </a:lnTo>
                <a:cubicBezTo>
                  <a:pt x="353219" y="952500"/>
                  <a:pt x="317500" y="916781"/>
                  <a:pt x="317500" y="873125"/>
                </a:cubicBezTo>
                <a:lnTo>
                  <a:pt x="317500" y="714375"/>
                </a:lnTo>
                <a:cubicBezTo>
                  <a:pt x="317500" y="670719"/>
                  <a:pt x="353219" y="635000"/>
                  <a:pt x="396875" y="635000"/>
                </a:cubicBezTo>
                <a:close/>
                <a:moveTo>
                  <a:pt x="317500" y="1190625"/>
                </a:moveTo>
                <a:cubicBezTo>
                  <a:pt x="317500" y="1146969"/>
                  <a:pt x="353219" y="1111250"/>
                  <a:pt x="396875" y="1111250"/>
                </a:cubicBezTo>
                <a:lnTo>
                  <a:pt x="555625" y="1111250"/>
                </a:lnTo>
                <a:cubicBezTo>
                  <a:pt x="599281" y="1111250"/>
                  <a:pt x="635000" y="1146969"/>
                  <a:pt x="635000" y="1190625"/>
                </a:cubicBezTo>
                <a:lnTo>
                  <a:pt x="635000" y="1349375"/>
                </a:lnTo>
                <a:cubicBezTo>
                  <a:pt x="635000" y="1393031"/>
                  <a:pt x="599281" y="1428750"/>
                  <a:pt x="555625" y="1428750"/>
                </a:cubicBezTo>
                <a:lnTo>
                  <a:pt x="396875" y="1428750"/>
                </a:lnTo>
                <a:cubicBezTo>
                  <a:pt x="353219" y="1428750"/>
                  <a:pt x="317500" y="1393031"/>
                  <a:pt x="317500" y="1349375"/>
                </a:cubicBezTo>
                <a:lnTo>
                  <a:pt x="317500" y="1190625"/>
                </a:lnTo>
                <a:close/>
                <a:moveTo>
                  <a:pt x="873125" y="635000"/>
                </a:moveTo>
                <a:lnTo>
                  <a:pt x="1031875" y="635000"/>
                </a:lnTo>
                <a:cubicBezTo>
                  <a:pt x="1075531" y="635000"/>
                  <a:pt x="1111250" y="670719"/>
                  <a:pt x="1111250" y="714375"/>
                </a:cubicBezTo>
                <a:lnTo>
                  <a:pt x="1111250" y="873125"/>
                </a:lnTo>
                <a:cubicBezTo>
                  <a:pt x="1111250" y="916781"/>
                  <a:pt x="1075531" y="952500"/>
                  <a:pt x="1031875" y="952500"/>
                </a:cubicBezTo>
                <a:lnTo>
                  <a:pt x="873125" y="952500"/>
                </a:lnTo>
                <a:cubicBezTo>
                  <a:pt x="829469" y="952500"/>
                  <a:pt x="793750" y="916781"/>
                  <a:pt x="793750" y="873125"/>
                </a:cubicBezTo>
                <a:lnTo>
                  <a:pt x="793750" y="714375"/>
                </a:lnTo>
                <a:cubicBezTo>
                  <a:pt x="793750" y="670719"/>
                  <a:pt x="829469" y="635000"/>
                  <a:pt x="873125" y="635000"/>
                </a:cubicBezTo>
                <a:close/>
                <a:moveTo>
                  <a:pt x="793750" y="1190625"/>
                </a:moveTo>
                <a:cubicBezTo>
                  <a:pt x="793750" y="1146969"/>
                  <a:pt x="829469" y="1111250"/>
                  <a:pt x="873125" y="1111250"/>
                </a:cubicBezTo>
                <a:lnTo>
                  <a:pt x="1031875" y="1111250"/>
                </a:lnTo>
                <a:cubicBezTo>
                  <a:pt x="1075531" y="1111250"/>
                  <a:pt x="1111250" y="1146969"/>
                  <a:pt x="1111250" y="1190625"/>
                </a:cubicBezTo>
                <a:lnTo>
                  <a:pt x="1111250" y="1349375"/>
                </a:lnTo>
                <a:cubicBezTo>
                  <a:pt x="1111250" y="1393031"/>
                  <a:pt x="1075531" y="1428750"/>
                  <a:pt x="1031875" y="1428750"/>
                </a:cubicBezTo>
                <a:lnTo>
                  <a:pt x="873125" y="1428750"/>
                </a:lnTo>
                <a:cubicBezTo>
                  <a:pt x="829469" y="1428750"/>
                  <a:pt x="793750" y="1393031"/>
                  <a:pt x="793750" y="1349375"/>
                </a:cubicBezTo>
                <a:lnTo>
                  <a:pt x="793750" y="1190625"/>
                </a:lnTo>
                <a:close/>
                <a:moveTo>
                  <a:pt x="873125" y="1587500"/>
                </a:moveTo>
                <a:lnTo>
                  <a:pt x="1984375" y="1587500"/>
                </a:lnTo>
                <a:cubicBezTo>
                  <a:pt x="2028031" y="1587500"/>
                  <a:pt x="2063750" y="1623219"/>
                  <a:pt x="2063750" y="1666875"/>
                </a:cubicBezTo>
                <a:lnTo>
                  <a:pt x="2063750" y="1825625"/>
                </a:lnTo>
                <a:cubicBezTo>
                  <a:pt x="2063750" y="1869281"/>
                  <a:pt x="2028031" y="1905000"/>
                  <a:pt x="1984375" y="1905000"/>
                </a:cubicBezTo>
                <a:lnTo>
                  <a:pt x="873125" y="1905000"/>
                </a:lnTo>
                <a:cubicBezTo>
                  <a:pt x="829469" y="1905000"/>
                  <a:pt x="793750" y="1869281"/>
                  <a:pt x="793750" y="1825625"/>
                </a:cubicBezTo>
                <a:lnTo>
                  <a:pt x="793750" y="1666875"/>
                </a:lnTo>
                <a:cubicBezTo>
                  <a:pt x="793750" y="1623219"/>
                  <a:pt x="829469" y="1587500"/>
                  <a:pt x="873125" y="1587500"/>
                </a:cubicBezTo>
                <a:close/>
                <a:moveTo>
                  <a:pt x="1270000" y="714375"/>
                </a:moveTo>
                <a:cubicBezTo>
                  <a:pt x="1270000" y="670719"/>
                  <a:pt x="1305719" y="635000"/>
                  <a:pt x="1349375" y="635000"/>
                </a:cubicBezTo>
                <a:lnTo>
                  <a:pt x="1508125" y="635000"/>
                </a:lnTo>
                <a:cubicBezTo>
                  <a:pt x="1551781" y="635000"/>
                  <a:pt x="1587500" y="670719"/>
                  <a:pt x="1587500" y="714375"/>
                </a:cubicBezTo>
                <a:lnTo>
                  <a:pt x="1587500" y="873125"/>
                </a:lnTo>
                <a:cubicBezTo>
                  <a:pt x="1587500" y="916781"/>
                  <a:pt x="1551781" y="952500"/>
                  <a:pt x="1508125" y="952500"/>
                </a:cubicBezTo>
                <a:lnTo>
                  <a:pt x="1349375" y="952500"/>
                </a:lnTo>
                <a:cubicBezTo>
                  <a:pt x="1305719" y="952500"/>
                  <a:pt x="1270000" y="916781"/>
                  <a:pt x="1270000" y="873125"/>
                </a:cubicBezTo>
                <a:lnTo>
                  <a:pt x="1270000" y="714375"/>
                </a:lnTo>
                <a:close/>
                <a:moveTo>
                  <a:pt x="1349375" y="1111250"/>
                </a:moveTo>
                <a:lnTo>
                  <a:pt x="1508125" y="1111250"/>
                </a:lnTo>
                <a:cubicBezTo>
                  <a:pt x="1551781" y="1111250"/>
                  <a:pt x="1587500" y="1146969"/>
                  <a:pt x="1587500" y="1190625"/>
                </a:cubicBezTo>
                <a:lnTo>
                  <a:pt x="1587500" y="1349375"/>
                </a:lnTo>
                <a:cubicBezTo>
                  <a:pt x="1587500" y="1393031"/>
                  <a:pt x="1551781" y="1428750"/>
                  <a:pt x="1508125" y="1428750"/>
                </a:cubicBezTo>
                <a:lnTo>
                  <a:pt x="1349375" y="1428750"/>
                </a:lnTo>
                <a:cubicBezTo>
                  <a:pt x="1305719" y="1428750"/>
                  <a:pt x="1270000" y="1393031"/>
                  <a:pt x="1270000" y="1349375"/>
                </a:cubicBezTo>
                <a:lnTo>
                  <a:pt x="1270000" y="1190625"/>
                </a:lnTo>
                <a:cubicBezTo>
                  <a:pt x="1270000" y="1146969"/>
                  <a:pt x="1305719" y="1111250"/>
                  <a:pt x="1349375" y="1111250"/>
                </a:cubicBezTo>
                <a:close/>
                <a:moveTo>
                  <a:pt x="1746250" y="714375"/>
                </a:moveTo>
                <a:cubicBezTo>
                  <a:pt x="1746250" y="670719"/>
                  <a:pt x="1781969" y="635000"/>
                  <a:pt x="1825625" y="635000"/>
                </a:cubicBezTo>
                <a:lnTo>
                  <a:pt x="1984375" y="635000"/>
                </a:lnTo>
                <a:cubicBezTo>
                  <a:pt x="2028031" y="635000"/>
                  <a:pt x="2063750" y="670719"/>
                  <a:pt x="2063750" y="714375"/>
                </a:cubicBezTo>
                <a:lnTo>
                  <a:pt x="2063750" y="873125"/>
                </a:lnTo>
                <a:cubicBezTo>
                  <a:pt x="2063750" y="916781"/>
                  <a:pt x="2028031" y="952500"/>
                  <a:pt x="1984375" y="952500"/>
                </a:cubicBezTo>
                <a:lnTo>
                  <a:pt x="1825625" y="952500"/>
                </a:lnTo>
                <a:cubicBezTo>
                  <a:pt x="1781969" y="952500"/>
                  <a:pt x="1746250" y="916781"/>
                  <a:pt x="1746250" y="873125"/>
                </a:cubicBezTo>
                <a:lnTo>
                  <a:pt x="1746250" y="714375"/>
                </a:lnTo>
                <a:close/>
                <a:moveTo>
                  <a:pt x="1825625" y="1111250"/>
                </a:moveTo>
                <a:lnTo>
                  <a:pt x="1984375" y="1111250"/>
                </a:lnTo>
                <a:cubicBezTo>
                  <a:pt x="2028031" y="1111250"/>
                  <a:pt x="2063750" y="1146969"/>
                  <a:pt x="2063750" y="1190625"/>
                </a:cubicBezTo>
                <a:lnTo>
                  <a:pt x="2063750" y="1349375"/>
                </a:lnTo>
                <a:cubicBezTo>
                  <a:pt x="2063750" y="1393031"/>
                  <a:pt x="2028031" y="1428750"/>
                  <a:pt x="1984375" y="1428750"/>
                </a:cubicBezTo>
                <a:lnTo>
                  <a:pt x="1825625" y="1428750"/>
                </a:lnTo>
                <a:cubicBezTo>
                  <a:pt x="1781969" y="1428750"/>
                  <a:pt x="1746250" y="1393031"/>
                  <a:pt x="1746250" y="1349375"/>
                </a:cubicBezTo>
                <a:lnTo>
                  <a:pt x="1746250" y="1190625"/>
                </a:lnTo>
                <a:cubicBezTo>
                  <a:pt x="1746250" y="1146969"/>
                  <a:pt x="1781969" y="1111250"/>
                  <a:pt x="1825625" y="1111250"/>
                </a:cubicBezTo>
                <a:close/>
                <a:moveTo>
                  <a:pt x="2222500" y="714375"/>
                </a:moveTo>
                <a:cubicBezTo>
                  <a:pt x="2222500" y="670719"/>
                  <a:pt x="2258219" y="635000"/>
                  <a:pt x="2301875" y="635000"/>
                </a:cubicBezTo>
                <a:lnTo>
                  <a:pt x="2460625" y="635000"/>
                </a:lnTo>
                <a:cubicBezTo>
                  <a:pt x="2504281" y="635000"/>
                  <a:pt x="2540000" y="670719"/>
                  <a:pt x="2540000" y="714375"/>
                </a:cubicBezTo>
                <a:lnTo>
                  <a:pt x="2540000" y="873125"/>
                </a:lnTo>
                <a:cubicBezTo>
                  <a:pt x="2540000" y="916781"/>
                  <a:pt x="2504281" y="952500"/>
                  <a:pt x="2460625" y="952500"/>
                </a:cubicBezTo>
                <a:lnTo>
                  <a:pt x="2301875" y="952500"/>
                </a:lnTo>
                <a:cubicBezTo>
                  <a:pt x="2258219" y="952500"/>
                  <a:pt x="2222500" y="916781"/>
                  <a:pt x="2222500" y="873125"/>
                </a:cubicBezTo>
                <a:lnTo>
                  <a:pt x="2222500" y="714375"/>
                </a:lnTo>
                <a:close/>
                <a:moveTo>
                  <a:pt x="2301875" y="1111250"/>
                </a:moveTo>
                <a:lnTo>
                  <a:pt x="2460625" y="1111250"/>
                </a:lnTo>
                <a:cubicBezTo>
                  <a:pt x="2504281" y="1111250"/>
                  <a:pt x="2540000" y="1146969"/>
                  <a:pt x="2540000" y="1190625"/>
                </a:cubicBezTo>
                <a:lnTo>
                  <a:pt x="2540000" y="1349375"/>
                </a:lnTo>
                <a:cubicBezTo>
                  <a:pt x="2540000" y="1393031"/>
                  <a:pt x="2504281" y="1428750"/>
                  <a:pt x="2460625" y="1428750"/>
                </a:cubicBezTo>
                <a:lnTo>
                  <a:pt x="2301875" y="1428750"/>
                </a:lnTo>
                <a:cubicBezTo>
                  <a:pt x="2258219" y="1428750"/>
                  <a:pt x="2222500" y="1393031"/>
                  <a:pt x="2222500" y="1349375"/>
                </a:cubicBezTo>
                <a:lnTo>
                  <a:pt x="2222500" y="1190625"/>
                </a:lnTo>
                <a:cubicBezTo>
                  <a:pt x="2222500" y="1146969"/>
                  <a:pt x="2258219" y="1111250"/>
                  <a:pt x="2301875" y="1111250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778000" y="47625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أداة الكتابة للحاسب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524000" y="5715000"/>
            <a:ext cx="1524000" cy="571500"/>
          </a:xfrm>
          <a:prstGeom prst="roundRect">
            <a:avLst>
              <a:gd name="adj" fmla="val 12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4000" y="571500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02000" y="5715000"/>
            <a:ext cx="2032000" cy="571500"/>
          </a:xfrm>
          <a:prstGeom prst="roundRect">
            <a:avLst>
              <a:gd name="adj" fmla="val 12000"/>
            </a:avLst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02000" y="5715000"/>
            <a:ext cx="20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مسافة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88000" y="5715000"/>
            <a:ext cx="1524000" cy="571500"/>
          </a:xfrm>
          <a:prstGeom prst="roundRect">
            <a:avLst>
              <a:gd name="adj" fmla="val 12000"/>
            </a:avLst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88000" y="571500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حذف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32250" y="67183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47625" y="47625"/>
                </a:moveTo>
                <a:cubicBezTo>
                  <a:pt x="47625" y="21282"/>
                  <a:pt x="68907" y="0"/>
                  <a:pt x="95250" y="0"/>
                </a:cubicBezTo>
                <a:cubicBezTo>
                  <a:pt x="121593" y="0"/>
                  <a:pt x="142875" y="21282"/>
                  <a:pt x="142875" y="47625"/>
                </a:cubicBezTo>
                <a:lnTo>
                  <a:pt x="142875" y="357188"/>
                </a:lnTo>
                <a:lnTo>
                  <a:pt x="47625" y="357188"/>
                </a:lnTo>
                <a:lnTo>
                  <a:pt x="47625" y="47625"/>
                </a:lnTo>
                <a:close/>
                <a:moveTo>
                  <a:pt x="333375" y="285750"/>
                </a:moveTo>
                <a:cubicBezTo>
                  <a:pt x="333375" y="259407"/>
                  <a:pt x="354657" y="238125"/>
                  <a:pt x="381000" y="238125"/>
                </a:cubicBezTo>
                <a:cubicBezTo>
                  <a:pt x="407343" y="238125"/>
                  <a:pt x="428625" y="259407"/>
                  <a:pt x="428625" y="285750"/>
                </a:cubicBezTo>
                <a:lnTo>
                  <a:pt x="428625" y="381000"/>
                </a:lnTo>
                <a:cubicBezTo>
                  <a:pt x="428625" y="407343"/>
                  <a:pt x="407343" y="428625"/>
                  <a:pt x="381000" y="428625"/>
                </a:cubicBezTo>
                <a:cubicBezTo>
                  <a:pt x="354657" y="428625"/>
                  <a:pt x="333375" y="407343"/>
                  <a:pt x="333375" y="381000"/>
                </a:cubicBezTo>
                <a:lnTo>
                  <a:pt x="333375" y="285750"/>
                </a:lnTo>
                <a:close/>
                <a:moveTo>
                  <a:pt x="238125" y="190500"/>
                </a:moveTo>
                <a:cubicBezTo>
                  <a:pt x="264468" y="190500"/>
                  <a:pt x="285750" y="211782"/>
                  <a:pt x="285750" y="238125"/>
                </a:cubicBezTo>
                <a:lnTo>
                  <a:pt x="285750" y="309563"/>
                </a:lnTo>
                <a:cubicBezTo>
                  <a:pt x="285750" y="335905"/>
                  <a:pt x="264468" y="357188"/>
                  <a:pt x="238125" y="357188"/>
                </a:cubicBezTo>
                <a:cubicBezTo>
                  <a:pt x="211782" y="357188"/>
                  <a:pt x="190500" y="335905"/>
                  <a:pt x="190500" y="309563"/>
                </a:cubicBezTo>
                <a:lnTo>
                  <a:pt x="190500" y="238125"/>
                </a:lnTo>
                <a:cubicBezTo>
                  <a:pt x="190500" y="211782"/>
                  <a:pt x="211782" y="190500"/>
                  <a:pt x="238125" y="190500"/>
                </a:cubicBezTo>
                <a:close/>
                <a:moveTo>
                  <a:pt x="476250" y="333375"/>
                </a:moveTo>
                <a:cubicBezTo>
                  <a:pt x="476250" y="307032"/>
                  <a:pt x="497532" y="285750"/>
                  <a:pt x="523875" y="285750"/>
                </a:cubicBezTo>
                <a:cubicBezTo>
                  <a:pt x="550218" y="285750"/>
                  <a:pt x="571500" y="307032"/>
                  <a:pt x="571500" y="333375"/>
                </a:cubicBezTo>
                <a:lnTo>
                  <a:pt x="571500" y="428625"/>
                </a:lnTo>
                <a:cubicBezTo>
                  <a:pt x="571500" y="454968"/>
                  <a:pt x="550218" y="476250"/>
                  <a:pt x="523875" y="476250"/>
                </a:cubicBezTo>
                <a:cubicBezTo>
                  <a:pt x="497532" y="476250"/>
                  <a:pt x="476250" y="454968"/>
                  <a:pt x="476250" y="428625"/>
                </a:cubicBezTo>
                <a:lnTo>
                  <a:pt x="476250" y="333375"/>
                </a:lnTo>
                <a:close/>
                <a:moveTo>
                  <a:pt x="333375" y="464344"/>
                </a:moveTo>
                <a:lnTo>
                  <a:pt x="333375" y="463451"/>
                </a:lnTo>
                <a:cubicBezTo>
                  <a:pt x="347365" y="471487"/>
                  <a:pt x="363587" y="476250"/>
                  <a:pt x="381000" y="476250"/>
                </a:cubicBezTo>
                <a:cubicBezTo>
                  <a:pt x="400645" y="476250"/>
                  <a:pt x="418802" y="470297"/>
                  <a:pt x="433983" y="460177"/>
                </a:cubicBezTo>
                <a:cubicBezTo>
                  <a:pt x="446931" y="497235"/>
                  <a:pt x="482352" y="523875"/>
                  <a:pt x="523875" y="523875"/>
                </a:cubicBezTo>
                <a:cubicBezTo>
                  <a:pt x="541288" y="523875"/>
                  <a:pt x="557510" y="519261"/>
                  <a:pt x="571500" y="511076"/>
                </a:cubicBezTo>
                <a:lnTo>
                  <a:pt x="571500" y="523875"/>
                </a:lnTo>
                <a:cubicBezTo>
                  <a:pt x="571500" y="655439"/>
                  <a:pt x="464939" y="762000"/>
                  <a:pt x="333375" y="762000"/>
                </a:cubicBezTo>
                <a:lnTo>
                  <a:pt x="241548" y="762000"/>
                </a:lnTo>
                <a:cubicBezTo>
                  <a:pt x="178445" y="762000"/>
                  <a:pt x="117872" y="736848"/>
                  <a:pt x="73223" y="692200"/>
                </a:cubicBezTo>
                <a:lnTo>
                  <a:pt x="55811" y="674936"/>
                </a:lnTo>
                <a:cubicBezTo>
                  <a:pt x="20092" y="639217"/>
                  <a:pt x="0" y="590699"/>
                  <a:pt x="0" y="540246"/>
                </a:cubicBezTo>
                <a:lnTo>
                  <a:pt x="0" y="500063"/>
                </a:lnTo>
                <a:cubicBezTo>
                  <a:pt x="0" y="447526"/>
                  <a:pt x="42714" y="404813"/>
                  <a:pt x="95250" y="404813"/>
                </a:cubicBezTo>
                <a:lnTo>
                  <a:pt x="226219" y="404813"/>
                </a:lnTo>
                <a:cubicBezTo>
                  <a:pt x="259110" y="404813"/>
                  <a:pt x="285750" y="431453"/>
                  <a:pt x="285750" y="464344"/>
                </a:cubicBezTo>
                <a:cubicBezTo>
                  <a:pt x="285750" y="497235"/>
                  <a:pt x="259110" y="523875"/>
                  <a:pt x="226219" y="523875"/>
                </a:cubicBezTo>
                <a:lnTo>
                  <a:pt x="142875" y="523875"/>
                </a:lnTo>
                <a:cubicBezTo>
                  <a:pt x="129778" y="523875"/>
                  <a:pt x="119063" y="534591"/>
                  <a:pt x="119063" y="547687"/>
                </a:cubicBezTo>
                <a:cubicBezTo>
                  <a:pt x="119063" y="560784"/>
                  <a:pt x="129778" y="571500"/>
                  <a:pt x="142875" y="571500"/>
                </a:cubicBezTo>
                <a:lnTo>
                  <a:pt x="226219" y="571500"/>
                </a:lnTo>
                <a:cubicBezTo>
                  <a:pt x="285452" y="571500"/>
                  <a:pt x="333375" y="523577"/>
                  <a:pt x="333375" y="464344"/>
                </a:cubicBezTo>
                <a:close/>
              </a:path>
            </a:pathLst>
          </a:custGeom>
          <a:solidFill>
            <a:srgbClr val="FFC10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74000" y="1587500"/>
            <a:ext cx="7366000" cy="622300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82000" y="1714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مفاتيح مهمة تعرفها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4478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82000" y="24765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حروف وأرقام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حروف (أ، ب، ت...) وأرقام (0-9)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44780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82000" y="3556000"/>
            <a:ext cx="584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مفتاح "Enter"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اضغط هنا للتأكيد والموافقة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4455775" y="5143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26846" y="260171"/>
                </a:moveTo>
                <a:lnTo>
                  <a:pt x="393521" y="193496"/>
                </a:lnTo>
                <a:cubicBezTo>
                  <a:pt x="402203" y="184815"/>
                  <a:pt x="402203" y="170716"/>
                  <a:pt x="393521" y="162034"/>
                </a:cubicBezTo>
                <a:lnTo>
                  <a:pt x="326846" y="95359"/>
                </a:lnTo>
                <a:cubicBezTo>
                  <a:pt x="318165" y="86678"/>
                  <a:pt x="304066" y="86678"/>
                  <a:pt x="295384" y="95359"/>
                </a:cubicBezTo>
                <a:cubicBezTo>
                  <a:pt x="286703" y="104041"/>
                  <a:pt x="286703" y="118140"/>
                  <a:pt x="295384" y="126821"/>
                </a:cubicBezTo>
                <a:lnTo>
                  <a:pt x="324138" y="155575"/>
                </a:lnTo>
                <a:lnTo>
                  <a:pt x="75843" y="155575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ubicBezTo>
                  <a:pt x="95915" y="86678"/>
                  <a:pt x="81816" y="86678"/>
                  <a:pt x="73134" y="95359"/>
                </a:cubicBezTo>
                <a:lnTo>
                  <a:pt x="6459" y="162034"/>
                </a:lnTo>
                <a:cubicBezTo>
                  <a:pt x="2292" y="166201"/>
                  <a:pt x="-69" y="171827"/>
                  <a:pt x="-69" y="177731"/>
                </a:cubicBezTo>
                <a:cubicBezTo>
                  <a:pt x="-69" y="183634"/>
                  <a:pt x="2292" y="189260"/>
                  <a:pt x="6459" y="193427"/>
                </a:cubicBezTo>
                <a:lnTo>
                  <a:pt x="73134" y="260102"/>
                </a:lnTo>
                <a:cubicBezTo>
                  <a:pt x="81816" y="268784"/>
                  <a:pt x="95915" y="268784"/>
                  <a:pt x="104596" y="260102"/>
                </a:cubicBezTo>
                <a:cubicBezTo>
                  <a:pt x="113278" y="251420"/>
                  <a:pt x="113278" y="237321"/>
                  <a:pt x="104596" y="228640"/>
                </a:cubicBezTo>
                <a:lnTo>
                  <a:pt x="75843" y="199886"/>
                </a:lnTo>
                <a:lnTo>
                  <a:pt x="324138" y="199886"/>
                </a:lnTo>
                <a:lnTo>
                  <a:pt x="295384" y="228640"/>
                </a:lnTo>
                <a:cubicBezTo>
                  <a:pt x="286703" y="237321"/>
                  <a:pt x="286703" y="251420"/>
                  <a:pt x="295384" y="260102"/>
                </a:cubicBezTo>
                <a:cubicBezTo>
                  <a:pt x="304066" y="268784"/>
                  <a:pt x="318165" y="268784"/>
                  <a:pt x="326846" y="260102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82000" y="5080000"/>
            <a:ext cx="584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مفتاح "المسافة"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المسافة الطويلة بين الكلمات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14433550" y="6667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00050" y="88900"/>
                </a:moveTo>
                <a:cubicBezTo>
                  <a:pt x="400050" y="64383"/>
                  <a:pt x="380117" y="44450"/>
                  <a:pt x="355600" y="44450"/>
                </a:cubicBezTo>
                <a:lnTo>
                  <a:pt x="142587" y="44450"/>
                </a:lnTo>
                <a:cubicBezTo>
                  <a:pt x="130780" y="44450"/>
                  <a:pt x="119459" y="49103"/>
                  <a:pt x="111125" y="57438"/>
                </a:cubicBezTo>
                <a:lnTo>
                  <a:pt x="6529" y="162104"/>
                </a:lnTo>
                <a:cubicBezTo>
                  <a:pt x="2361" y="166271"/>
                  <a:pt x="0" y="171896"/>
                  <a:pt x="0" y="177800"/>
                </a:cubicBezTo>
                <a:cubicBezTo>
                  <a:pt x="0" y="183704"/>
                  <a:pt x="2361" y="189329"/>
                  <a:pt x="6529" y="193496"/>
                </a:cubicBezTo>
                <a:lnTo>
                  <a:pt x="111125" y="298162"/>
                </a:lnTo>
                <a:cubicBezTo>
                  <a:pt x="119459" y="306497"/>
                  <a:pt x="130780" y="311150"/>
                  <a:pt x="142587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lose/>
                <a:moveTo>
                  <a:pt x="197316" y="130641"/>
                </a:moveTo>
                <a:cubicBezTo>
                  <a:pt x="203845" y="124113"/>
                  <a:pt x="214402" y="124113"/>
                  <a:pt x="220861" y="130641"/>
                </a:cubicBezTo>
                <a:lnTo>
                  <a:pt x="244406" y="154186"/>
                </a:lnTo>
                <a:lnTo>
                  <a:pt x="267950" y="130641"/>
                </a:lnTo>
                <a:cubicBezTo>
                  <a:pt x="274479" y="124113"/>
                  <a:pt x="285036" y="124113"/>
                  <a:pt x="291495" y="130641"/>
                </a:cubicBezTo>
                <a:cubicBezTo>
                  <a:pt x="297954" y="137170"/>
                  <a:pt x="298023" y="147727"/>
                  <a:pt x="291495" y="154186"/>
                </a:cubicBezTo>
                <a:lnTo>
                  <a:pt x="267950" y="177731"/>
                </a:lnTo>
                <a:lnTo>
                  <a:pt x="291495" y="201275"/>
                </a:lnTo>
                <a:cubicBezTo>
                  <a:pt x="298023" y="207804"/>
                  <a:pt x="298023" y="218361"/>
                  <a:pt x="291495" y="224820"/>
                </a:cubicBezTo>
                <a:cubicBezTo>
                  <a:pt x="284966" y="231279"/>
                  <a:pt x="274409" y="231348"/>
                  <a:pt x="267950" y="224820"/>
                </a:cubicBezTo>
                <a:lnTo>
                  <a:pt x="244406" y="201275"/>
                </a:lnTo>
                <a:lnTo>
                  <a:pt x="220861" y="224820"/>
                </a:lnTo>
                <a:cubicBezTo>
                  <a:pt x="214332" y="231348"/>
                  <a:pt x="203775" y="231348"/>
                  <a:pt x="197316" y="224820"/>
                </a:cubicBezTo>
                <a:cubicBezTo>
                  <a:pt x="190857" y="218291"/>
                  <a:pt x="190788" y="207734"/>
                  <a:pt x="197316" y="201275"/>
                </a:cubicBezTo>
                <a:lnTo>
                  <a:pt x="220861" y="177731"/>
                </a:lnTo>
                <a:lnTo>
                  <a:pt x="197316" y="154186"/>
                </a:lnTo>
                <a:cubicBezTo>
                  <a:pt x="190788" y="147657"/>
                  <a:pt x="190788" y="137100"/>
                  <a:pt x="197316" y="130641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382000" y="6604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مفتاح "حذف"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لمسح الحرف الخطأ بسهولة</a:t>
            </a:r>
            <a:endParaRPr lang="en-US" sz="22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أجهزة الإدخال - الفأرة (الماوس)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6350000" cy="622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238500" y="1968500"/>
            <a:ext cx="1905000" cy="2540000"/>
          </a:xfrm>
          <a:custGeom>
            <a:avLst/>
            <a:gdLst/>
            <a:ahLst/>
            <a:cxnLst/>
            <a:rect l="l" t="t" r="r" b="b"/>
            <a:pathLst>
              <a:path w="1905000" h="2540000">
                <a:moveTo>
                  <a:pt x="0" y="952500"/>
                </a:moveTo>
                <a:lnTo>
                  <a:pt x="833438" y="952500"/>
                </a:lnTo>
                <a:lnTo>
                  <a:pt x="833438" y="0"/>
                </a:lnTo>
                <a:lnTo>
                  <a:pt x="793750" y="0"/>
                </a:lnTo>
                <a:cubicBezTo>
                  <a:pt x="355203" y="0"/>
                  <a:pt x="0" y="355203"/>
                  <a:pt x="0" y="793750"/>
                </a:cubicBezTo>
                <a:lnTo>
                  <a:pt x="0" y="952500"/>
                </a:lnTo>
                <a:close/>
                <a:moveTo>
                  <a:pt x="0" y="1190625"/>
                </a:moveTo>
                <a:lnTo>
                  <a:pt x="0" y="1746250"/>
                </a:lnTo>
                <a:cubicBezTo>
                  <a:pt x="0" y="2184797"/>
                  <a:pt x="355203" y="2540000"/>
                  <a:pt x="793750" y="2540000"/>
                </a:cubicBezTo>
                <a:lnTo>
                  <a:pt x="1111250" y="2540000"/>
                </a:lnTo>
                <a:cubicBezTo>
                  <a:pt x="1549797" y="2540000"/>
                  <a:pt x="1905000" y="2184797"/>
                  <a:pt x="1905000" y="1746250"/>
                </a:cubicBezTo>
                <a:lnTo>
                  <a:pt x="1905000" y="1190625"/>
                </a:lnTo>
                <a:lnTo>
                  <a:pt x="0" y="1190625"/>
                </a:lnTo>
                <a:close/>
                <a:moveTo>
                  <a:pt x="1905000" y="952500"/>
                </a:moveTo>
                <a:lnTo>
                  <a:pt x="1905000" y="793750"/>
                </a:lnTo>
                <a:cubicBezTo>
                  <a:pt x="1905000" y="355203"/>
                  <a:pt x="1549797" y="0"/>
                  <a:pt x="1111250" y="0"/>
                </a:cubicBezTo>
                <a:lnTo>
                  <a:pt x="1071563" y="0"/>
                </a:lnTo>
                <a:lnTo>
                  <a:pt x="1071563" y="952500"/>
                </a:lnTo>
                <a:lnTo>
                  <a:pt x="1905000" y="952500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57625" y="46355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115044" y="3721"/>
                </a:moveTo>
                <a:cubicBezTo>
                  <a:pt x="127099" y="-2381"/>
                  <a:pt x="141684" y="-1042"/>
                  <a:pt x="152400" y="7144"/>
                </a:cubicBezTo>
                <a:lnTo>
                  <a:pt x="628650" y="364182"/>
                </a:lnTo>
                <a:cubicBezTo>
                  <a:pt x="641003" y="373410"/>
                  <a:pt x="645914" y="389483"/>
                  <a:pt x="641152" y="404068"/>
                </a:cubicBezTo>
                <a:cubicBezTo>
                  <a:pt x="636389" y="418654"/>
                  <a:pt x="622697" y="428476"/>
                  <a:pt x="607219" y="428476"/>
                </a:cubicBezTo>
                <a:lnTo>
                  <a:pt x="380554" y="428476"/>
                </a:lnTo>
                <a:lnTo>
                  <a:pt x="512862" y="692944"/>
                </a:lnTo>
                <a:cubicBezTo>
                  <a:pt x="524619" y="716459"/>
                  <a:pt x="515094" y="745034"/>
                  <a:pt x="491579" y="756791"/>
                </a:cubicBezTo>
                <a:cubicBezTo>
                  <a:pt x="468064" y="768548"/>
                  <a:pt x="439489" y="759023"/>
                  <a:pt x="427732" y="735509"/>
                </a:cubicBezTo>
                <a:lnTo>
                  <a:pt x="295424" y="471041"/>
                </a:lnTo>
                <a:lnTo>
                  <a:pt x="159544" y="652314"/>
                </a:lnTo>
                <a:cubicBezTo>
                  <a:pt x="150316" y="664666"/>
                  <a:pt x="134243" y="669578"/>
                  <a:pt x="119658" y="664815"/>
                </a:cubicBezTo>
                <a:cubicBezTo>
                  <a:pt x="105073" y="660053"/>
                  <a:pt x="95250" y="646361"/>
                  <a:pt x="95250" y="631031"/>
                </a:cubicBezTo>
                <a:lnTo>
                  <a:pt x="95250" y="35719"/>
                </a:lnTo>
                <a:cubicBezTo>
                  <a:pt x="95250" y="22175"/>
                  <a:pt x="102840" y="9823"/>
                  <a:pt x="115044" y="3721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78000" y="56515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يدك الصغيرة على الشاشة!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25750" y="6753926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cubicBezTo>
                  <a:pt x="81062" y="0"/>
                  <a:pt x="95250" y="14188"/>
                  <a:pt x="95250" y="31750"/>
                </a:cubicBezTo>
                <a:lnTo>
                  <a:pt x="95250" y="238125"/>
                </a:lnTo>
                <a:lnTo>
                  <a:pt x="31750" y="238125"/>
                </a:lnTo>
                <a:lnTo>
                  <a:pt x="31750" y="31750"/>
                </a:lnTo>
                <a:close/>
                <a:moveTo>
                  <a:pt x="222250" y="190500"/>
                </a:moveTo>
                <a:cubicBezTo>
                  <a:pt x="222250" y="172938"/>
                  <a:pt x="236438" y="158750"/>
                  <a:pt x="254000" y="158750"/>
                </a:cubicBezTo>
                <a:cubicBezTo>
                  <a:pt x="271562" y="158750"/>
                  <a:pt x="285750" y="172938"/>
                  <a:pt x="285750" y="190500"/>
                </a:cubicBezTo>
                <a:lnTo>
                  <a:pt x="285750" y="254000"/>
                </a:lnTo>
                <a:cubicBezTo>
                  <a:pt x="285750" y="271562"/>
                  <a:pt x="271562" y="285750"/>
                  <a:pt x="254000" y="285750"/>
                </a:cubicBezTo>
                <a:cubicBezTo>
                  <a:pt x="236438" y="285750"/>
                  <a:pt x="222250" y="271562"/>
                  <a:pt x="222250" y="254000"/>
                </a:cubicBezTo>
                <a:lnTo>
                  <a:pt x="222250" y="190500"/>
                </a:lnTo>
                <a:close/>
                <a:moveTo>
                  <a:pt x="158750" y="127000"/>
                </a:moveTo>
                <a:cubicBezTo>
                  <a:pt x="176312" y="127000"/>
                  <a:pt x="190500" y="141188"/>
                  <a:pt x="190500" y="158750"/>
                </a:cubicBezTo>
                <a:lnTo>
                  <a:pt x="190500" y="206375"/>
                </a:lnTo>
                <a:cubicBezTo>
                  <a:pt x="190500" y="223937"/>
                  <a:pt x="176312" y="238125"/>
                  <a:pt x="158750" y="238125"/>
                </a:cubicBezTo>
                <a:cubicBezTo>
                  <a:pt x="141188" y="238125"/>
                  <a:pt x="127000" y="223937"/>
                  <a:pt x="127000" y="206375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317500" y="222250"/>
                </a:moveTo>
                <a:cubicBezTo>
                  <a:pt x="317500" y="204688"/>
                  <a:pt x="331688" y="190500"/>
                  <a:pt x="349250" y="190500"/>
                </a:cubicBezTo>
                <a:cubicBezTo>
                  <a:pt x="366812" y="190500"/>
                  <a:pt x="381000" y="204688"/>
                  <a:pt x="381000" y="222250"/>
                </a:cubicBezTo>
                <a:lnTo>
                  <a:pt x="381000" y="285750"/>
                </a:lnTo>
                <a:cubicBezTo>
                  <a:pt x="381000" y="303312"/>
                  <a:pt x="366812" y="317500"/>
                  <a:pt x="349250" y="317500"/>
                </a:cubicBezTo>
                <a:cubicBezTo>
                  <a:pt x="331688" y="317500"/>
                  <a:pt x="317500" y="303312"/>
                  <a:pt x="317500" y="285750"/>
                </a:cubicBezTo>
                <a:lnTo>
                  <a:pt x="317500" y="222250"/>
                </a:lnTo>
                <a:close/>
                <a:moveTo>
                  <a:pt x="222250" y="309562"/>
                </a:moveTo>
                <a:lnTo>
                  <a:pt x="222250" y="308967"/>
                </a:lnTo>
                <a:cubicBezTo>
                  <a:pt x="231577" y="314325"/>
                  <a:pt x="242391" y="317500"/>
                  <a:pt x="254000" y="317500"/>
                </a:cubicBezTo>
                <a:cubicBezTo>
                  <a:pt x="267097" y="317500"/>
                  <a:pt x="279202" y="313531"/>
                  <a:pt x="289322" y="306784"/>
                </a:cubicBezTo>
                <a:cubicBezTo>
                  <a:pt x="297954" y="331490"/>
                  <a:pt x="321568" y="349250"/>
                  <a:pt x="349250" y="349250"/>
                </a:cubicBezTo>
                <a:cubicBezTo>
                  <a:pt x="360859" y="349250"/>
                  <a:pt x="371673" y="346174"/>
                  <a:pt x="381000" y="340717"/>
                </a:cubicBezTo>
                <a:lnTo>
                  <a:pt x="381000" y="349250"/>
                </a:lnTo>
                <a:cubicBezTo>
                  <a:pt x="381000" y="436959"/>
                  <a:pt x="309959" y="508000"/>
                  <a:pt x="222250" y="508000"/>
                </a:cubicBezTo>
                <a:lnTo>
                  <a:pt x="161032" y="508000"/>
                </a:lnTo>
                <a:cubicBezTo>
                  <a:pt x="118963" y="508000"/>
                  <a:pt x="78581" y="491232"/>
                  <a:pt x="48816" y="461466"/>
                </a:cubicBezTo>
                <a:lnTo>
                  <a:pt x="37207" y="449957"/>
                </a:lnTo>
                <a:cubicBezTo>
                  <a:pt x="13395" y="426145"/>
                  <a:pt x="0" y="393799"/>
                  <a:pt x="0" y="360164"/>
                </a:cubicBezTo>
                <a:lnTo>
                  <a:pt x="0" y="333375"/>
                </a:lnTo>
                <a:cubicBezTo>
                  <a:pt x="0" y="298351"/>
                  <a:pt x="28476" y="269875"/>
                  <a:pt x="63500" y="269875"/>
                </a:cubicBezTo>
                <a:lnTo>
                  <a:pt x="150813" y="269875"/>
                </a:lnTo>
                <a:cubicBezTo>
                  <a:pt x="172740" y="269875"/>
                  <a:pt x="190500" y="287635"/>
                  <a:pt x="190500" y="309562"/>
                </a:cubicBezTo>
                <a:cubicBezTo>
                  <a:pt x="190500" y="331490"/>
                  <a:pt x="172740" y="349250"/>
                  <a:pt x="150813" y="349250"/>
                </a:cubicBezTo>
                <a:lnTo>
                  <a:pt x="95250" y="349250"/>
                </a:lnTo>
                <a:cubicBezTo>
                  <a:pt x="86519" y="349250"/>
                  <a:pt x="79375" y="356394"/>
                  <a:pt x="79375" y="365125"/>
                </a:cubicBezTo>
                <a:cubicBezTo>
                  <a:pt x="79375" y="373856"/>
                  <a:pt x="86519" y="381000"/>
                  <a:pt x="95250" y="381000"/>
                </a:cubicBezTo>
                <a:lnTo>
                  <a:pt x="150813" y="381000"/>
                </a:lnTo>
                <a:cubicBezTo>
                  <a:pt x="190302" y="381000"/>
                  <a:pt x="222250" y="349052"/>
                  <a:pt x="222250" y="309562"/>
                </a:cubicBezTo>
                <a:close/>
              </a:path>
            </a:pathLst>
          </a:custGeom>
          <a:solidFill>
            <a:srgbClr val="FFC107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57625" y="6753926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90500" y="0"/>
                </a:moveTo>
                <a:cubicBezTo>
                  <a:pt x="208062" y="0"/>
                  <a:pt x="222250" y="14188"/>
                  <a:pt x="222250" y="31750"/>
                </a:cubicBezTo>
                <a:lnTo>
                  <a:pt x="222250" y="238125"/>
                </a:lnTo>
                <a:lnTo>
                  <a:pt x="158750" y="238125"/>
                </a:lnTo>
                <a:lnTo>
                  <a:pt x="158750" y="31750"/>
                </a:lnTo>
                <a:cubicBezTo>
                  <a:pt x="158750" y="14188"/>
                  <a:pt x="172938" y="0"/>
                  <a:pt x="190500" y="0"/>
                </a:cubicBezTo>
                <a:close/>
                <a:moveTo>
                  <a:pt x="285750" y="158750"/>
                </a:moveTo>
                <a:cubicBezTo>
                  <a:pt x="303312" y="158750"/>
                  <a:pt x="317500" y="172938"/>
                  <a:pt x="317500" y="190500"/>
                </a:cubicBezTo>
                <a:lnTo>
                  <a:pt x="317500" y="254000"/>
                </a:lnTo>
                <a:cubicBezTo>
                  <a:pt x="317500" y="271562"/>
                  <a:pt x="303312" y="285750"/>
                  <a:pt x="285750" y="285750"/>
                </a:cubicBezTo>
                <a:cubicBezTo>
                  <a:pt x="268188" y="285750"/>
                  <a:pt x="254000" y="271562"/>
                  <a:pt x="254000" y="254000"/>
                </a:cubicBezTo>
                <a:lnTo>
                  <a:pt x="254000" y="190500"/>
                </a:lnTo>
                <a:cubicBezTo>
                  <a:pt x="254000" y="172938"/>
                  <a:pt x="268188" y="158750"/>
                  <a:pt x="285750" y="158750"/>
                </a:cubicBezTo>
                <a:close/>
                <a:moveTo>
                  <a:pt x="349250" y="222250"/>
                </a:moveTo>
                <a:cubicBezTo>
                  <a:pt x="349250" y="204688"/>
                  <a:pt x="363438" y="190500"/>
                  <a:pt x="381000" y="190500"/>
                </a:cubicBezTo>
                <a:cubicBezTo>
                  <a:pt x="398562" y="190500"/>
                  <a:pt x="412750" y="204688"/>
                  <a:pt x="412750" y="222250"/>
                </a:cubicBezTo>
                <a:lnTo>
                  <a:pt x="412750" y="285750"/>
                </a:lnTo>
                <a:cubicBezTo>
                  <a:pt x="412750" y="303312"/>
                  <a:pt x="398562" y="317500"/>
                  <a:pt x="381000" y="317500"/>
                </a:cubicBezTo>
                <a:cubicBezTo>
                  <a:pt x="363438" y="317500"/>
                  <a:pt x="349250" y="303312"/>
                  <a:pt x="349250" y="285750"/>
                </a:cubicBezTo>
                <a:lnTo>
                  <a:pt x="349250" y="222250"/>
                </a:lnTo>
                <a:close/>
                <a:moveTo>
                  <a:pt x="60821" y="50800"/>
                </a:moveTo>
                <a:lnTo>
                  <a:pt x="142776" y="238125"/>
                </a:lnTo>
                <a:lnTo>
                  <a:pt x="73521" y="238125"/>
                </a:lnTo>
                <a:lnTo>
                  <a:pt x="2679" y="76200"/>
                </a:lnTo>
                <a:cubicBezTo>
                  <a:pt x="-4366" y="60127"/>
                  <a:pt x="2977" y="41473"/>
                  <a:pt x="19050" y="34429"/>
                </a:cubicBezTo>
                <a:cubicBezTo>
                  <a:pt x="35123" y="27384"/>
                  <a:pt x="53777" y="34727"/>
                  <a:pt x="60821" y="50800"/>
                </a:cubicBezTo>
                <a:close/>
                <a:moveTo>
                  <a:pt x="87610" y="270371"/>
                </a:moveTo>
                <a:lnTo>
                  <a:pt x="87412" y="269875"/>
                </a:lnTo>
                <a:lnTo>
                  <a:pt x="182563" y="269875"/>
                </a:lnTo>
                <a:cubicBezTo>
                  <a:pt x="204490" y="269875"/>
                  <a:pt x="222250" y="287635"/>
                  <a:pt x="222250" y="309562"/>
                </a:cubicBezTo>
                <a:cubicBezTo>
                  <a:pt x="222250" y="331490"/>
                  <a:pt x="204490" y="349250"/>
                  <a:pt x="182563" y="349250"/>
                </a:cubicBezTo>
                <a:lnTo>
                  <a:pt x="127000" y="349250"/>
                </a:lnTo>
                <a:cubicBezTo>
                  <a:pt x="118269" y="349250"/>
                  <a:pt x="111125" y="356394"/>
                  <a:pt x="111125" y="365125"/>
                </a:cubicBezTo>
                <a:cubicBezTo>
                  <a:pt x="111125" y="373856"/>
                  <a:pt x="118269" y="381000"/>
                  <a:pt x="127000" y="381000"/>
                </a:cubicBezTo>
                <a:lnTo>
                  <a:pt x="182563" y="381000"/>
                </a:lnTo>
                <a:cubicBezTo>
                  <a:pt x="222052" y="381000"/>
                  <a:pt x="254000" y="349052"/>
                  <a:pt x="254000" y="309562"/>
                </a:cubicBezTo>
                <a:lnTo>
                  <a:pt x="254000" y="308967"/>
                </a:lnTo>
                <a:cubicBezTo>
                  <a:pt x="263327" y="314325"/>
                  <a:pt x="274141" y="317500"/>
                  <a:pt x="285750" y="317500"/>
                </a:cubicBezTo>
                <a:cubicBezTo>
                  <a:pt x="298847" y="317500"/>
                  <a:pt x="310952" y="313531"/>
                  <a:pt x="321072" y="306784"/>
                </a:cubicBezTo>
                <a:cubicBezTo>
                  <a:pt x="329704" y="331490"/>
                  <a:pt x="353318" y="349250"/>
                  <a:pt x="381000" y="349250"/>
                </a:cubicBezTo>
                <a:cubicBezTo>
                  <a:pt x="392609" y="349250"/>
                  <a:pt x="403423" y="346174"/>
                  <a:pt x="412750" y="340717"/>
                </a:cubicBezTo>
                <a:lnTo>
                  <a:pt x="412750" y="349250"/>
                </a:lnTo>
                <a:cubicBezTo>
                  <a:pt x="412750" y="436959"/>
                  <a:pt x="341709" y="508000"/>
                  <a:pt x="254000" y="508000"/>
                </a:cubicBezTo>
                <a:lnTo>
                  <a:pt x="192782" y="508000"/>
                </a:lnTo>
                <a:cubicBezTo>
                  <a:pt x="150713" y="508000"/>
                  <a:pt x="110331" y="491232"/>
                  <a:pt x="80566" y="461466"/>
                </a:cubicBezTo>
                <a:lnTo>
                  <a:pt x="68957" y="449957"/>
                </a:lnTo>
                <a:cubicBezTo>
                  <a:pt x="45145" y="426145"/>
                  <a:pt x="31750" y="393799"/>
                  <a:pt x="31750" y="360164"/>
                </a:cubicBezTo>
                <a:lnTo>
                  <a:pt x="31750" y="333375"/>
                </a:lnTo>
                <a:cubicBezTo>
                  <a:pt x="31750" y="300930"/>
                  <a:pt x="56158" y="274141"/>
                  <a:pt x="87610" y="270371"/>
                </a:cubicBezTo>
                <a:close/>
              </a:path>
            </a:pathLst>
          </a:custGeom>
          <a:solidFill>
            <a:srgbClr val="0A6B7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89954" y="675392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5750" y="31750"/>
                </a:moveTo>
                <a:cubicBezTo>
                  <a:pt x="285750" y="14188"/>
                  <a:pt x="271562" y="0"/>
                  <a:pt x="254000" y="0"/>
                </a:cubicBezTo>
                <a:cubicBezTo>
                  <a:pt x="236438" y="0"/>
                  <a:pt x="222250" y="14188"/>
                  <a:pt x="222250" y="31750"/>
                </a:cubicBezTo>
                <a:lnTo>
                  <a:pt x="222250" y="238125"/>
                </a:lnTo>
                <a:cubicBezTo>
                  <a:pt x="222250" y="246856"/>
                  <a:pt x="215106" y="254000"/>
                  <a:pt x="206375" y="254000"/>
                </a:cubicBezTo>
                <a:cubicBezTo>
                  <a:pt x="197644" y="254000"/>
                  <a:pt x="190500" y="246856"/>
                  <a:pt x="190500" y="238125"/>
                </a:cubicBezTo>
                <a:lnTo>
                  <a:pt x="190500" y="63500"/>
                </a:lnTo>
                <a:cubicBezTo>
                  <a:pt x="190500" y="45938"/>
                  <a:pt x="176312" y="31750"/>
                  <a:pt x="158750" y="31750"/>
                </a:cubicBezTo>
                <a:cubicBezTo>
                  <a:pt x="141188" y="31750"/>
                  <a:pt x="127000" y="45938"/>
                  <a:pt x="127000" y="63500"/>
                </a:cubicBezTo>
                <a:lnTo>
                  <a:pt x="127000" y="333375"/>
                </a:lnTo>
                <a:cubicBezTo>
                  <a:pt x="127000" y="334863"/>
                  <a:pt x="127000" y="336451"/>
                  <a:pt x="127099" y="337939"/>
                </a:cubicBezTo>
                <a:lnTo>
                  <a:pt x="67072" y="280789"/>
                </a:lnTo>
                <a:cubicBezTo>
                  <a:pt x="51197" y="265708"/>
                  <a:pt x="26095" y="266303"/>
                  <a:pt x="10914" y="282178"/>
                </a:cubicBezTo>
                <a:cubicBezTo>
                  <a:pt x="-4266" y="298053"/>
                  <a:pt x="-3572" y="323155"/>
                  <a:pt x="12303" y="338336"/>
                </a:cubicBezTo>
                <a:lnTo>
                  <a:pt x="123825" y="444500"/>
                </a:lnTo>
                <a:cubicBezTo>
                  <a:pt x="166588" y="485279"/>
                  <a:pt x="223441" y="508000"/>
                  <a:pt x="282575" y="508000"/>
                </a:cubicBezTo>
                <a:lnTo>
                  <a:pt x="301625" y="508000"/>
                </a:lnTo>
                <a:cubicBezTo>
                  <a:pt x="398066" y="508000"/>
                  <a:pt x="476250" y="429816"/>
                  <a:pt x="476250" y="333375"/>
                </a:cubicBezTo>
                <a:lnTo>
                  <a:pt x="476250" y="127000"/>
                </a:lnTo>
                <a:cubicBezTo>
                  <a:pt x="476250" y="109438"/>
                  <a:pt x="462062" y="95250"/>
                  <a:pt x="444500" y="95250"/>
                </a:cubicBezTo>
                <a:cubicBezTo>
                  <a:pt x="426938" y="95250"/>
                  <a:pt x="412750" y="109438"/>
                  <a:pt x="412750" y="127000"/>
                </a:cubicBezTo>
                <a:lnTo>
                  <a:pt x="412750" y="238125"/>
                </a:lnTo>
                <a:cubicBezTo>
                  <a:pt x="412750" y="246856"/>
                  <a:pt x="405606" y="254000"/>
                  <a:pt x="396875" y="254000"/>
                </a:cubicBezTo>
                <a:cubicBezTo>
                  <a:pt x="388144" y="254000"/>
                  <a:pt x="381000" y="246856"/>
                  <a:pt x="381000" y="238125"/>
                </a:cubicBezTo>
                <a:lnTo>
                  <a:pt x="381000" y="63500"/>
                </a:lnTo>
                <a:cubicBezTo>
                  <a:pt x="381000" y="45938"/>
                  <a:pt x="366812" y="31750"/>
                  <a:pt x="349250" y="31750"/>
                </a:cubicBezTo>
                <a:cubicBezTo>
                  <a:pt x="331688" y="31750"/>
                  <a:pt x="317500" y="45938"/>
                  <a:pt x="317500" y="63500"/>
                </a:cubicBezTo>
                <a:lnTo>
                  <a:pt x="317500" y="238125"/>
                </a:lnTo>
                <a:cubicBezTo>
                  <a:pt x="317500" y="246856"/>
                  <a:pt x="310356" y="254000"/>
                  <a:pt x="301625" y="254000"/>
                </a:cubicBezTo>
                <a:cubicBezTo>
                  <a:pt x="292894" y="254000"/>
                  <a:pt x="285750" y="246856"/>
                  <a:pt x="285750" y="238125"/>
                </a:cubicBezTo>
                <a:lnTo>
                  <a:pt x="285750" y="31750"/>
                </a:lnTo>
                <a:close/>
              </a:path>
            </a:pathLst>
          </a:custGeom>
          <a:solidFill>
            <a:srgbClr val="6C7A8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874000" y="1587500"/>
            <a:ext cx="7366000" cy="622300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82000" y="1714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وظائف أزرار الفأرة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4528800" y="2540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5400" y="25400"/>
                </a:moveTo>
                <a:cubicBezTo>
                  <a:pt x="25400" y="11351"/>
                  <a:pt x="36751" y="0"/>
                  <a:pt x="50800" y="0"/>
                </a:cubicBezTo>
                <a:cubicBezTo>
                  <a:pt x="64849" y="0"/>
                  <a:pt x="76200" y="11351"/>
                  <a:pt x="76200" y="25400"/>
                </a:cubicBezTo>
                <a:lnTo>
                  <a:pt x="76200" y="190500"/>
                </a:lnTo>
                <a:lnTo>
                  <a:pt x="25400" y="190500"/>
                </a:lnTo>
                <a:lnTo>
                  <a:pt x="25400" y="25400"/>
                </a:lnTo>
                <a:close/>
                <a:moveTo>
                  <a:pt x="177800" y="152400"/>
                </a:moveTo>
                <a:cubicBezTo>
                  <a:pt x="177800" y="138351"/>
                  <a:pt x="189151" y="127000"/>
                  <a:pt x="203200" y="127000"/>
                </a:cubicBezTo>
                <a:cubicBezTo>
                  <a:pt x="217249" y="127000"/>
                  <a:pt x="228600" y="138351"/>
                  <a:pt x="228600" y="152400"/>
                </a:cubicBezTo>
                <a:lnTo>
                  <a:pt x="228600" y="203200"/>
                </a:lnTo>
                <a:cubicBezTo>
                  <a:pt x="228600" y="217249"/>
                  <a:pt x="217249" y="228600"/>
                  <a:pt x="203200" y="228600"/>
                </a:cubicBezTo>
                <a:cubicBezTo>
                  <a:pt x="189151" y="228600"/>
                  <a:pt x="177800" y="217249"/>
                  <a:pt x="177800" y="203200"/>
                </a:cubicBezTo>
                <a:lnTo>
                  <a:pt x="177800" y="152400"/>
                </a:lnTo>
                <a:close/>
                <a:moveTo>
                  <a:pt x="127000" y="101600"/>
                </a:moveTo>
                <a:cubicBezTo>
                  <a:pt x="141049" y="101600"/>
                  <a:pt x="152400" y="112951"/>
                  <a:pt x="152400" y="127000"/>
                </a:cubicBezTo>
                <a:lnTo>
                  <a:pt x="152400" y="165100"/>
                </a:lnTo>
                <a:cubicBezTo>
                  <a:pt x="152400" y="179149"/>
                  <a:pt x="141049" y="190500"/>
                  <a:pt x="127000" y="190500"/>
                </a:cubicBezTo>
                <a:cubicBezTo>
                  <a:pt x="112951" y="190500"/>
                  <a:pt x="101600" y="179149"/>
                  <a:pt x="101600" y="1651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254000" y="177800"/>
                </a:moveTo>
                <a:cubicBezTo>
                  <a:pt x="254000" y="163751"/>
                  <a:pt x="265351" y="152400"/>
                  <a:pt x="279400" y="152400"/>
                </a:cubicBezTo>
                <a:cubicBezTo>
                  <a:pt x="293449" y="152400"/>
                  <a:pt x="304800" y="163751"/>
                  <a:pt x="304800" y="177800"/>
                </a:cubicBezTo>
                <a:lnTo>
                  <a:pt x="304800" y="228600"/>
                </a:lnTo>
                <a:cubicBezTo>
                  <a:pt x="304800" y="242649"/>
                  <a:pt x="293449" y="254000"/>
                  <a:pt x="279400" y="254000"/>
                </a:cubicBezTo>
                <a:cubicBezTo>
                  <a:pt x="265351" y="254000"/>
                  <a:pt x="254000" y="242649"/>
                  <a:pt x="254000" y="228600"/>
                </a:cubicBezTo>
                <a:lnTo>
                  <a:pt x="254000" y="177800"/>
                </a:lnTo>
                <a:close/>
                <a:moveTo>
                  <a:pt x="177800" y="247650"/>
                </a:moveTo>
                <a:lnTo>
                  <a:pt x="177800" y="247174"/>
                </a:lnTo>
                <a:cubicBezTo>
                  <a:pt x="185261" y="251460"/>
                  <a:pt x="193913" y="254000"/>
                  <a:pt x="203200" y="254000"/>
                </a:cubicBezTo>
                <a:cubicBezTo>
                  <a:pt x="213678" y="254000"/>
                  <a:pt x="223361" y="250825"/>
                  <a:pt x="231458" y="245428"/>
                </a:cubicBezTo>
                <a:cubicBezTo>
                  <a:pt x="238363" y="265192"/>
                  <a:pt x="257254" y="279400"/>
                  <a:pt x="279400" y="279400"/>
                </a:cubicBezTo>
                <a:cubicBezTo>
                  <a:pt x="288687" y="279400"/>
                  <a:pt x="297339" y="276939"/>
                  <a:pt x="304800" y="272574"/>
                </a:cubicBezTo>
                <a:lnTo>
                  <a:pt x="304800" y="279400"/>
                </a:lnTo>
                <a:cubicBezTo>
                  <a:pt x="304800" y="349568"/>
                  <a:pt x="247967" y="406400"/>
                  <a:pt x="177800" y="406400"/>
                </a:cubicBezTo>
                <a:lnTo>
                  <a:pt x="128826" y="406400"/>
                </a:lnTo>
                <a:cubicBezTo>
                  <a:pt x="95171" y="406400"/>
                  <a:pt x="62865" y="392986"/>
                  <a:pt x="39053" y="369173"/>
                </a:cubicBezTo>
                <a:lnTo>
                  <a:pt x="29766" y="359966"/>
                </a:lnTo>
                <a:cubicBezTo>
                  <a:pt x="10716" y="340916"/>
                  <a:pt x="0" y="315039"/>
                  <a:pt x="0" y="288131"/>
                </a:cubicBezTo>
                <a:lnTo>
                  <a:pt x="0" y="266700"/>
                </a:lnTo>
                <a:cubicBezTo>
                  <a:pt x="0" y="238681"/>
                  <a:pt x="22781" y="215900"/>
                  <a:pt x="50800" y="215900"/>
                </a:cubicBezTo>
                <a:lnTo>
                  <a:pt x="120650" y="215900"/>
                </a:lnTo>
                <a:cubicBezTo>
                  <a:pt x="138192" y="215900"/>
                  <a:pt x="152400" y="230108"/>
                  <a:pt x="152400" y="247650"/>
                </a:cubicBezTo>
                <a:cubicBezTo>
                  <a:pt x="152400" y="265192"/>
                  <a:pt x="138192" y="279400"/>
                  <a:pt x="120650" y="279400"/>
                </a:cubicBezTo>
                <a:lnTo>
                  <a:pt x="76200" y="279400"/>
                </a:lnTo>
                <a:cubicBezTo>
                  <a:pt x="69215" y="279400"/>
                  <a:pt x="63500" y="285115"/>
                  <a:pt x="63500" y="292100"/>
                </a:cubicBezTo>
                <a:cubicBezTo>
                  <a:pt x="63500" y="299085"/>
                  <a:pt x="69215" y="304800"/>
                  <a:pt x="76200" y="304800"/>
                </a:cubicBezTo>
                <a:lnTo>
                  <a:pt x="120650" y="304800"/>
                </a:lnTo>
                <a:cubicBezTo>
                  <a:pt x="152241" y="304800"/>
                  <a:pt x="177800" y="279241"/>
                  <a:pt x="177800" y="24765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82000" y="2476500"/>
            <a:ext cx="584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الزر الأيسر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للاختيار والضغط على الأشياء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4478000" y="406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1750" y="38100"/>
                </a:moveTo>
                <a:cubicBezTo>
                  <a:pt x="21193" y="38100"/>
                  <a:pt x="12700" y="46593"/>
                  <a:pt x="12700" y="57150"/>
                </a:cubicBezTo>
                <a:lnTo>
                  <a:pt x="12700" y="95250"/>
                </a:lnTo>
                <a:cubicBezTo>
                  <a:pt x="12700" y="105807"/>
                  <a:pt x="21193" y="114300"/>
                  <a:pt x="31750" y="114300"/>
                </a:cubicBezTo>
                <a:lnTo>
                  <a:pt x="69850" y="114300"/>
                </a:lnTo>
                <a:cubicBezTo>
                  <a:pt x="80407" y="114300"/>
                  <a:pt x="88900" y="105807"/>
                  <a:pt x="88900" y="95250"/>
                </a:cubicBezTo>
                <a:lnTo>
                  <a:pt x="88900" y="57150"/>
                </a:lnTo>
                <a:cubicBezTo>
                  <a:pt x="88900" y="46593"/>
                  <a:pt x="80407" y="38100"/>
                  <a:pt x="69850" y="38100"/>
                </a:cubicBezTo>
                <a:lnTo>
                  <a:pt x="31750" y="38100"/>
                </a:lnTo>
                <a:close/>
                <a:moveTo>
                  <a:pt x="152400" y="50800"/>
                </a:moveTo>
                <a:cubicBezTo>
                  <a:pt x="138351" y="50800"/>
                  <a:pt x="127000" y="62151"/>
                  <a:pt x="127000" y="76200"/>
                </a:cubicBezTo>
                <a:cubicBezTo>
                  <a:pt x="127000" y="90249"/>
                  <a:pt x="138351" y="101600"/>
                  <a:pt x="152400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152400" y="50800"/>
                </a:lnTo>
                <a:close/>
                <a:moveTo>
                  <a:pt x="152400" y="177800"/>
                </a:moveTo>
                <a:cubicBezTo>
                  <a:pt x="138351" y="177800"/>
                  <a:pt x="127000" y="189151"/>
                  <a:pt x="127000" y="203200"/>
                </a:cubicBezTo>
                <a:cubicBezTo>
                  <a:pt x="127000" y="217249"/>
                  <a:pt x="138351" y="228600"/>
                  <a:pt x="152400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152400" y="177800"/>
                </a:lnTo>
                <a:close/>
                <a:moveTo>
                  <a:pt x="152400" y="304800"/>
                </a:moveTo>
                <a:cubicBezTo>
                  <a:pt x="138351" y="304800"/>
                  <a:pt x="127000" y="316151"/>
                  <a:pt x="127000" y="330200"/>
                </a:cubicBezTo>
                <a:cubicBezTo>
                  <a:pt x="127000" y="344249"/>
                  <a:pt x="138351" y="355600"/>
                  <a:pt x="152400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52400" y="304800"/>
                </a:lnTo>
                <a:close/>
                <a:moveTo>
                  <a:pt x="12700" y="184150"/>
                </a:moveTo>
                <a:lnTo>
                  <a:pt x="12700" y="222250"/>
                </a:lnTo>
                <a:cubicBezTo>
                  <a:pt x="12700" y="232807"/>
                  <a:pt x="21193" y="241300"/>
                  <a:pt x="31750" y="241300"/>
                </a:cubicBezTo>
                <a:lnTo>
                  <a:pt x="69850" y="241300"/>
                </a:lnTo>
                <a:cubicBezTo>
                  <a:pt x="80407" y="241300"/>
                  <a:pt x="88900" y="232807"/>
                  <a:pt x="88900" y="222250"/>
                </a:cubicBezTo>
                <a:lnTo>
                  <a:pt x="88900" y="184150"/>
                </a:lnTo>
                <a:cubicBezTo>
                  <a:pt x="88900" y="173593"/>
                  <a:pt x="80407" y="165100"/>
                  <a:pt x="69850" y="165100"/>
                </a:cubicBezTo>
                <a:lnTo>
                  <a:pt x="31750" y="165100"/>
                </a:lnTo>
                <a:cubicBezTo>
                  <a:pt x="21193" y="165100"/>
                  <a:pt x="12700" y="173593"/>
                  <a:pt x="12700" y="184150"/>
                </a:cubicBezTo>
                <a:close/>
                <a:moveTo>
                  <a:pt x="31750" y="292100"/>
                </a:moveTo>
                <a:cubicBezTo>
                  <a:pt x="21193" y="292100"/>
                  <a:pt x="12700" y="300593"/>
                  <a:pt x="12700" y="311150"/>
                </a:cubicBezTo>
                <a:lnTo>
                  <a:pt x="12700" y="349250"/>
                </a:lnTo>
                <a:cubicBezTo>
                  <a:pt x="12700" y="359807"/>
                  <a:pt x="21193" y="368300"/>
                  <a:pt x="31750" y="368300"/>
                </a:cubicBezTo>
                <a:lnTo>
                  <a:pt x="69850" y="368300"/>
                </a:lnTo>
                <a:cubicBezTo>
                  <a:pt x="80407" y="368300"/>
                  <a:pt x="88900" y="359807"/>
                  <a:pt x="88900" y="349250"/>
                </a:cubicBezTo>
                <a:lnTo>
                  <a:pt x="88900" y="311150"/>
                </a:lnTo>
                <a:cubicBezTo>
                  <a:pt x="88900" y="300593"/>
                  <a:pt x="80407" y="292100"/>
                  <a:pt x="69850" y="292100"/>
                </a:cubicBezTo>
                <a:lnTo>
                  <a:pt x="31750" y="292100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82000" y="40005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الزر الأيمن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لإظهار القائمة الإضافية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4579600" y="5143500"/>
            <a:ext cx="203200" cy="406400"/>
          </a:xfrm>
          <a:custGeom>
            <a:avLst/>
            <a:gdLst/>
            <a:ahLst/>
            <a:cxnLst/>
            <a:rect l="l" t="t" r="r" b="b"/>
            <a:pathLst>
              <a:path w="203200" h="406400">
                <a:moveTo>
                  <a:pt x="119539" y="-17939"/>
                </a:moveTo>
                <a:cubicBezTo>
                  <a:pt x="109617" y="-27861"/>
                  <a:pt x="93504" y="-27861"/>
                  <a:pt x="83582" y="-17939"/>
                </a:cubicBezTo>
                <a:lnTo>
                  <a:pt x="7382" y="58261"/>
                </a:lnTo>
                <a:cubicBezTo>
                  <a:pt x="-2540" y="68183"/>
                  <a:pt x="-2540" y="84296"/>
                  <a:pt x="7382" y="94218"/>
                </a:cubicBezTo>
                <a:cubicBezTo>
                  <a:pt x="17304" y="104140"/>
                  <a:pt x="33417" y="104140"/>
                  <a:pt x="43339" y="94218"/>
                </a:cubicBezTo>
                <a:lnTo>
                  <a:pt x="76200" y="61357"/>
                </a:lnTo>
                <a:lnTo>
                  <a:pt x="76200" y="345043"/>
                </a:lnTo>
                <a:lnTo>
                  <a:pt x="43339" y="312261"/>
                </a:lnTo>
                <a:cubicBezTo>
                  <a:pt x="33417" y="302339"/>
                  <a:pt x="17304" y="302339"/>
                  <a:pt x="7382" y="312261"/>
                </a:cubicBezTo>
                <a:cubicBezTo>
                  <a:pt x="-2540" y="322183"/>
                  <a:pt x="-2540" y="338296"/>
                  <a:pt x="7382" y="348218"/>
                </a:cubicBezTo>
                <a:lnTo>
                  <a:pt x="83582" y="424418"/>
                </a:lnTo>
                <a:cubicBezTo>
                  <a:pt x="88344" y="429181"/>
                  <a:pt x="94774" y="431879"/>
                  <a:pt x="101521" y="431879"/>
                </a:cubicBezTo>
                <a:cubicBezTo>
                  <a:pt x="108268" y="431879"/>
                  <a:pt x="114697" y="429181"/>
                  <a:pt x="119459" y="424418"/>
                </a:cubicBezTo>
                <a:lnTo>
                  <a:pt x="195659" y="348218"/>
                </a:lnTo>
                <a:cubicBezTo>
                  <a:pt x="205581" y="338296"/>
                  <a:pt x="205581" y="322183"/>
                  <a:pt x="195659" y="312261"/>
                </a:cubicBezTo>
                <a:cubicBezTo>
                  <a:pt x="185738" y="302339"/>
                  <a:pt x="169624" y="302339"/>
                  <a:pt x="159703" y="312261"/>
                </a:cubicBezTo>
                <a:lnTo>
                  <a:pt x="126841" y="345123"/>
                </a:lnTo>
                <a:lnTo>
                  <a:pt x="126841" y="61357"/>
                </a:lnTo>
                <a:lnTo>
                  <a:pt x="159703" y="94218"/>
                </a:lnTo>
                <a:cubicBezTo>
                  <a:pt x="169624" y="104140"/>
                  <a:pt x="185738" y="104140"/>
                  <a:pt x="195659" y="94218"/>
                </a:cubicBezTo>
                <a:cubicBezTo>
                  <a:pt x="205581" y="84296"/>
                  <a:pt x="205581" y="68183"/>
                  <a:pt x="195659" y="58261"/>
                </a:cubicBezTo>
                <a:lnTo>
                  <a:pt x="119459" y="-17939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82000" y="5080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العجلة في الوسط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للتمرير لأعلى ولأسفل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4478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1139" y="7461"/>
                </a:moveTo>
                <a:cubicBezTo>
                  <a:pt x="211217" y="-2461"/>
                  <a:pt x="195104" y="-2461"/>
                  <a:pt x="185182" y="7461"/>
                </a:cubicBezTo>
                <a:lnTo>
                  <a:pt x="134382" y="58261"/>
                </a:lnTo>
                <a:cubicBezTo>
                  <a:pt x="124460" y="68183"/>
                  <a:pt x="124460" y="84296"/>
                  <a:pt x="134382" y="94218"/>
                </a:cubicBezTo>
                <a:cubicBezTo>
                  <a:pt x="144304" y="104140"/>
                  <a:pt x="160417" y="104140"/>
                  <a:pt x="170339" y="94218"/>
                </a:cubicBezTo>
                <a:lnTo>
                  <a:pt x="177800" y="86757"/>
                </a:lnTo>
                <a:lnTo>
                  <a:pt x="177800" y="177800"/>
                </a:lnTo>
                <a:lnTo>
                  <a:pt x="86757" y="177800"/>
                </a:lnTo>
                <a:lnTo>
                  <a:pt x="94218" y="170339"/>
                </a:lnTo>
                <a:cubicBezTo>
                  <a:pt x="104140" y="160417"/>
                  <a:pt x="104140" y="144304"/>
                  <a:pt x="94218" y="134382"/>
                </a:cubicBezTo>
                <a:cubicBezTo>
                  <a:pt x="84296" y="124460"/>
                  <a:pt x="68183" y="124460"/>
                  <a:pt x="58261" y="1343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58261" y="271939"/>
                </a:lnTo>
                <a:cubicBezTo>
                  <a:pt x="68183" y="281861"/>
                  <a:pt x="84296" y="281861"/>
                  <a:pt x="94218" y="271939"/>
                </a:cubicBezTo>
                <a:cubicBezTo>
                  <a:pt x="104140" y="262017"/>
                  <a:pt x="104140" y="245904"/>
                  <a:pt x="94218" y="235982"/>
                </a:cubicBezTo>
                <a:lnTo>
                  <a:pt x="86757" y="228521"/>
                </a:lnTo>
                <a:lnTo>
                  <a:pt x="177800" y="228521"/>
                </a:lnTo>
                <a:lnTo>
                  <a:pt x="177800" y="319564"/>
                </a:lnTo>
                <a:lnTo>
                  <a:pt x="170339" y="312103"/>
                </a:lnTo>
                <a:cubicBezTo>
                  <a:pt x="160417" y="302181"/>
                  <a:pt x="144304" y="302181"/>
                  <a:pt x="134382" y="312103"/>
                </a:cubicBezTo>
                <a:cubicBezTo>
                  <a:pt x="124460" y="322024"/>
                  <a:pt x="124460" y="338138"/>
                  <a:pt x="134382" y="348059"/>
                </a:cubicBezTo>
                <a:lnTo>
                  <a:pt x="185182" y="398859"/>
                </a:lnTo>
                <a:cubicBezTo>
                  <a:pt x="195104" y="408781"/>
                  <a:pt x="211217" y="408781"/>
                  <a:pt x="221139" y="398859"/>
                </a:cubicBezTo>
                <a:lnTo>
                  <a:pt x="271939" y="348059"/>
                </a:lnTo>
                <a:cubicBezTo>
                  <a:pt x="281861" y="338138"/>
                  <a:pt x="281861" y="322024"/>
                  <a:pt x="271939" y="312103"/>
                </a:cubicBezTo>
                <a:cubicBezTo>
                  <a:pt x="262017" y="302181"/>
                  <a:pt x="245904" y="302181"/>
                  <a:pt x="235982" y="312103"/>
                </a:cubicBezTo>
                <a:lnTo>
                  <a:pt x="228521" y="319564"/>
                </a:lnTo>
                <a:lnTo>
                  <a:pt x="228521" y="228521"/>
                </a:lnTo>
                <a:lnTo>
                  <a:pt x="319564" y="228521"/>
                </a:lnTo>
                <a:lnTo>
                  <a:pt x="312103" y="235982"/>
                </a:lnTo>
                <a:cubicBezTo>
                  <a:pt x="302181" y="245904"/>
                  <a:pt x="302181" y="262017"/>
                  <a:pt x="312103" y="271939"/>
                </a:cubicBezTo>
                <a:cubicBezTo>
                  <a:pt x="322024" y="281861"/>
                  <a:pt x="338138" y="281861"/>
                  <a:pt x="348059" y="271939"/>
                </a:cubicBezTo>
                <a:lnTo>
                  <a:pt x="398859" y="221139"/>
                </a:lnTo>
                <a:cubicBezTo>
                  <a:pt x="408781" y="211217"/>
                  <a:pt x="408781" y="195104"/>
                  <a:pt x="398859" y="185182"/>
                </a:cubicBezTo>
                <a:lnTo>
                  <a:pt x="348059" y="134382"/>
                </a:lnTo>
                <a:cubicBezTo>
                  <a:pt x="338138" y="124460"/>
                  <a:pt x="322024" y="124460"/>
                  <a:pt x="312103" y="134382"/>
                </a:cubicBezTo>
                <a:cubicBezTo>
                  <a:pt x="302181" y="144304"/>
                  <a:pt x="302181" y="160417"/>
                  <a:pt x="312103" y="170339"/>
                </a:cubicBezTo>
                <a:lnTo>
                  <a:pt x="319564" y="177800"/>
                </a:lnTo>
                <a:lnTo>
                  <a:pt x="228521" y="177800"/>
                </a:lnTo>
                <a:lnTo>
                  <a:pt x="228521" y="86757"/>
                </a:lnTo>
                <a:lnTo>
                  <a:pt x="235982" y="94218"/>
                </a:lnTo>
                <a:cubicBezTo>
                  <a:pt x="245904" y="104140"/>
                  <a:pt x="262017" y="104140"/>
                  <a:pt x="271939" y="94218"/>
                </a:cubicBezTo>
                <a:cubicBezTo>
                  <a:pt x="281861" y="84296"/>
                  <a:pt x="281861" y="68183"/>
                  <a:pt x="271939" y="58261"/>
                </a:cubicBezTo>
                <a:lnTo>
                  <a:pt x="221139" y="7461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382000" y="61595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حرك الفأرة</a:t>
            </a:r>
            <a:endParaRPr lang="en-US" sz="22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يتحرك السهم على الشاشة!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14528800" y="7302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152400"/>
                </a:moveTo>
                <a:lnTo>
                  <a:pt x="133350" y="152400"/>
                </a:lnTo>
                <a:lnTo>
                  <a:pt x="133350" y="0"/>
                </a:lnTo>
                <a:lnTo>
                  <a:pt x="127000" y="0"/>
                </a:lnTo>
                <a:cubicBezTo>
                  <a:pt x="56832" y="0"/>
                  <a:pt x="0" y="56832"/>
                  <a:pt x="0" y="127000"/>
                </a:cubicBezTo>
                <a:lnTo>
                  <a:pt x="0" y="152400"/>
                </a:lnTo>
                <a:close/>
                <a:moveTo>
                  <a:pt x="0" y="190500"/>
                </a:moveTo>
                <a:lnTo>
                  <a:pt x="0" y="279400"/>
                </a:lnTo>
                <a:cubicBezTo>
                  <a:pt x="0" y="349568"/>
                  <a:pt x="56832" y="406400"/>
                  <a:pt x="127000" y="406400"/>
                </a:cubicBezTo>
                <a:lnTo>
                  <a:pt x="177800" y="406400"/>
                </a:lnTo>
                <a:cubicBezTo>
                  <a:pt x="247967" y="406400"/>
                  <a:pt x="304800" y="349568"/>
                  <a:pt x="304800" y="279400"/>
                </a:cubicBezTo>
                <a:lnTo>
                  <a:pt x="304800" y="190500"/>
                </a:lnTo>
                <a:lnTo>
                  <a:pt x="0" y="190500"/>
                </a:lnTo>
                <a:close/>
                <a:moveTo>
                  <a:pt x="304800" y="152400"/>
                </a:moveTo>
                <a:lnTo>
                  <a:pt x="304800" y="127000"/>
                </a:lnTo>
                <a:cubicBezTo>
                  <a:pt x="304800" y="56832"/>
                  <a:pt x="247967" y="0"/>
                  <a:pt x="177800" y="0"/>
                </a:cubicBezTo>
                <a:lnTo>
                  <a:pt x="171450" y="0"/>
                </a:lnTo>
                <a:lnTo>
                  <a:pt x="171450" y="152400"/>
                </a:lnTo>
                <a:lnTo>
                  <a:pt x="304800" y="15240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382000" y="72390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الضغط المزدوج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270000" y="8318500"/>
            <a:ext cx="137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تفاعل: اضغط على الفأرة لتشاهد رسوماً متحركة للنقر والسحب!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أجهزة الإخراج - الشاشة والطابعة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68580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524000" y="1841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89000" y="190500"/>
                </a:moveTo>
                <a:lnTo>
                  <a:pt x="889000" y="698500"/>
                </a:lnTo>
                <a:lnTo>
                  <a:pt x="127000" y="698500"/>
                </a:lnTo>
                <a:lnTo>
                  <a:pt x="127000" y="190500"/>
                </a:lnTo>
                <a:lnTo>
                  <a:pt x="889000" y="190500"/>
                </a:lnTo>
                <a:close/>
                <a:moveTo>
                  <a:pt x="127000" y="63500"/>
                </a:moveTo>
                <a:cubicBezTo>
                  <a:pt x="56952" y="63500"/>
                  <a:pt x="0" y="120452"/>
                  <a:pt x="0" y="190500"/>
                </a:cubicBezTo>
                <a:lnTo>
                  <a:pt x="0" y="698500"/>
                </a:lnTo>
                <a:cubicBezTo>
                  <a:pt x="0" y="768548"/>
                  <a:pt x="56952" y="825500"/>
                  <a:pt x="127000" y="825500"/>
                </a:cubicBezTo>
                <a:lnTo>
                  <a:pt x="412750" y="825500"/>
                </a:lnTo>
                <a:lnTo>
                  <a:pt x="381000" y="920750"/>
                </a:lnTo>
                <a:lnTo>
                  <a:pt x="238125" y="920750"/>
                </a:lnTo>
                <a:cubicBezTo>
                  <a:pt x="211733" y="920750"/>
                  <a:pt x="190500" y="941983"/>
                  <a:pt x="190500" y="968375"/>
                </a:cubicBezTo>
                <a:cubicBezTo>
                  <a:pt x="190500" y="994767"/>
                  <a:pt x="211733" y="1016000"/>
                  <a:pt x="238125" y="1016000"/>
                </a:cubicBezTo>
                <a:lnTo>
                  <a:pt x="777875" y="1016000"/>
                </a:lnTo>
                <a:cubicBezTo>
                  <a:pt x="804267" y="1016000"/>
                  <a:pt x="825500" y="994767"/>
                  <a:pt x="825500" y="968375"/>
                </a:cubicBezTo>
                <a:cubicBezTo>
                  <a:pt x="825500" y="941983"/>
                  <a:pt x="804267" y="920750"/>
                  <a:pt x="777875" y="920750"/>
                </a:cubicBezTo>
                <a:lnTo>
                  <a:pt x="635000" y="920750"/>
                </a:lnTo>
                <a:lnTo>
                  <a:pt x="603250" y="825500"/>
                </a:lnTo>
                <a:lnTo>
                  <a:pt x="889000" y="825500"/>
                </a:lnTo>
                <a:cubicBezTo>
                  <a:pt x="959048" y="825500"/>
                  <a:pt x="1016000" y="768548"/>
                  <a:pt x="1016000" y="698500"/>
                </a:cubicBezTo>
                <a:lnTo>
                  <a:pt x="1016000" y="190500"/>
                </a:lnTo>
                <a:cubicBezTo>
                  <a:pt x="1016000" y="120452"/>
                  <a:pt x="959048" y="63500"/>
                  <a:pt x="889000" y="63500"/>
                </a:cubicBezTo>
                <a:lnTo>
                  <a:pt x="127000" y="63500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94000" y="1841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الشاشة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24000" y="25400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تُرينا كل ما يفعله الحاسب!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أنواع: مسطحة، منحنية، كبيرة، صغيرة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تعرض الصور بملايين الألوان!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382000" y="1587500"/>
            <a:ext cx="68580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890000" y="1841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27000" y="127000"/>
                </a:moveTo>
                <a:cubicBezTo>
                  <a:pt x="127000" y="56952"/>
                  <a:pt x="183952" y="0"/>
                  <a:pt x="254000" y="0"/>
                </a:cubicBezTo>
                <a:lnTo>
                  <a:pt x="677664" y="0"/>
                </a:lnTo>
                <a:cubicBezTo>
                  <a:pt x="711398" y="0"/>
                  <a:pt x="743744" y="13295"/>
                  <a:pt x="767556" y="37108"/>
                </a:cubicBezTo>
                <a:lnTo>
                  <a:pt x="851892" y="121444"/>
                </a:lnTo>
                <a:cubicBezTo>
                  <a:pt x="875705" y="145256"/>
                  <a:pt x="889000" y="177602"/>
                  <a:pt x="889000" y="211336"/>
                </a:cubicBezTo>
                <a:lnTo>
                  <a:pt x="889000" y="285750"/>
                </a:lnTo>
                <a:lnTo>
                  <a:pt x="127000" y="285750"/>
                </a:lnTo>
                <a:lnTo>
                  <a:pt x="127000" y="127000"/>
                </a:lnTo>
                <a:close/>
                <a:moveTo>
                  <a:pt x="0" y="508000"/>
                </a:moveTo>
                <a:cubicBezTo>
                  <a:pt x="0" y="437952"/>
                  <a:pt x="56952" y="381000"/>
                  <a:pt x="127000" y="381000"/>
                </a:cubicBezTo>
                <a:lnTo>
                  <a:pt x="889000" y="381000"/>
                </a:lnTo>
                <a:cubicBezTo>
                  <a:pt x="959048" y="381000"/>
                  <a:pt x="1016000" y="437952"/>
                  <a:pt x="1016000" y="508000"/>
                </a:cubicBezTo>
                <a:lnTo>
                  <a:pt x="1016000" y="698500"/>
                </a:lnTo>
                <a:cubicBezTo>
                  <a:pt x="1016000" y="733623"/>
                  <a:pt x="987623" y="762000"/>
                  <a:pt x="952500" y="762000"/>
                </a:cubicBezTo>
                <a:lnTo>
                  <a:pt x="889000" y="762000"/>
                </a:lnTo>
                <a:lnTo>
                  <a:pt x="889000" y="889000"/>
                </a:lnTo>
                <a:cubicBezTo>
                  <a:pt x="889000" y="959048"/>
                  <a:pt x="832048" y="1016000"/>
                  <a:pt x="762000" y="1016000"/>
                </a:cubicBezTo>
                <a:lnTo>
                  <a:pt x="254000" y="1016000"/>
                </a:lnTo>
                <a:cubicBezTo>
                  <a:pt x="183952" y="1016000"/>
                  <a:pt x="127000" y="959048"/>
                  <a:pt x="127000" y="889000"/>
                </a:cubicBezTo>
                <a:lnTo>
                  <a:pt x="127000" y="762000"/>
                </a:lnTo>
                <a:lnTo>
                  <a:pt x="63500" y="762000"/>
                </a:lnTo>
                <a:cubicBezTo>
                  <a:pt x="28377" y="762000"/>
                  <a:pt x="0" y="733623"/>
                  <a:pt x="0" y="698500"/>
                </a:cubicBezTo>
                <a:lnTo>
                  <a:pt x="0" y="508000"/>
                </a:lnTo>
                <a:close/>
                <a:moveTo>
                  <a:pt x="254000" y="825500"/>
                </a:moveTo>
                <a:lnTo>
                  <a:pt x="254000" y="889000"/>
                </a:lnTo>
                <a:lnTo>
                  <a:pt x="762000" y="889000"/>
                </a:lnTo>
                <a:lnTo>
                  <a:pt x="762000" y="698500"/>
                </a:lnTo>
                <a:lnTo>
                  <a:pt x="254000" y="698500"/>
                </a:lnTo>
                <a:lnTo>
                  <a:pt x="254000" y="825500"/>
                </a:lnTo>
                <a:close/>
                <a:moveTo>
                  <a:pt x="904875" y="539750"/>
                </a:moveTo>
                <a:cubicBezTo>
                  <a:pt x="904875" y="513465"/>
                  <a:pt x="883535" y="492125"/>
                  <a:pt x="857250" y="492125"/>
                </a:cubicBezTo>
                <a:cubicBezTo>
                  <a:pt x="830965" y="492125"/>
                  <a:pt x="809625" y="513465"/>
                  <a:pt x="809625" y="539750"/>
                </a:cubicBezTo>
                <a:cubicBezTo>
                  <a:pt x="809625" y="566035"/>
                  <a:pt x="830965" y="587375"/>
                  <a:pt x="857250" y="587375"/>
                </a:cubicBezTo>
                <a:cubicBezTo>
                  <a:pt x="883535" y="587375"/>
                  <a:pt x="904875" y="566035"/>
                  <a:pt x="904875" y="53975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160000" y="1841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الطابعة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890000" y="25400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تطبع الصور والنصوص على الورق!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تحول الملفات الإلكترونية لورق حقيقي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ألوان أو أبيض وأسود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6000" y="5334000"/>
            <a:ext cx="6858000" cy="2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397000" y="5588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1058863" y="64492"/>
                </a:moveTo>
                <a:cubicBezTo>
                  <a:pt x="1038423" y="47823"/>
                  <a:pt x="1008459" y="50998"/>
                  <a:pt x="991791" y="71438"/>
                </a:cubicBezTo>
                <a:cubicBezTo>
                  <a:pt x="975122" y="91877"/>
                  <a:pt x="978297" y="121841"/>
                  <a:pt x="998736" y="138509"/>
                </a:cubicBezTo>
                <a:cubicBezTo>
                  <a:pt x="1106289" y="225822"/>
                  <a:pt x="1174750" y="358775"/>
                  <a:pt x="1174750" y="508000"/>
                </a:cubicBezTo>
                <a:cubicBezTo>
                  <a:pt x="1174750" y="657225"/>
                  <a:pt x="1106289" y="790178"/>
                  <a:pt x="998736" y="877689"/>
                </a:cubicBezTo>
                <a:cubicBezTo>
                  <a:pt x="978297" y="894358"/>
                  <a:pt x="975320" y="924322"/>
                  <a:pt x="991791" y="944761"/>
                </a:cubicBezTo>
                <a:cubicBezTo>
                  <a:pt x="1008261" y="965200"/>
                  <a:pt x="1038423" y="968177"/>
                  <a:pt x="1058863" y="951706"/>
                </a:cubicBezTo>
                <a:cubicBezTo>
                  <a:pt x="1187648" y="846733"/>
                  <a:pt x="1270000" y="686991"/>
                  <a:pt x="1270000" y="508000"/>
                </a:cubicBezTo>
                <a:cubicBezTo>
                  <a:pt x="1270000" y="329009"/>
                  <a:pt x="1187648" y="169069"/>
                  <a:pt x="1058863" y="64492"/>
                </a:cubicBezTo>
                <a:close/>
                <a:moveTo>
                  <a:pt x="938808" y="212328"/>
                </a:moveTo>
                <a:cubicBezTo>
                  <a:pt x="918369" y="195659"/>
                  <a:pt x="888405" y="198834"/>
                  <a:pt x="871736" y="219273"/>
                </a:cubicBezTo>
                <a:cubicBezTo>
                  <a:pt x="855067" y="239713"/>
                  <a:pt x="858242" y="269677"/>
                  <a:pt x="878681" y="286345"/>
                </a:cubicBezTo>
                <a:cubicBezTo>
                  <a:pt x="943173" y="338733"/>
                  <a:pt x="984250" y="418505"/>
                  <a:pt x="984250" y="508000"/>
                </a:cubicBezTo>
                <a:cubicBezTo>
                  <a:pt x="984250" y="597495"/>
                  <a:pt x="943173" y="677267"/>
                  <a:pt x="878681" y="729853"/>
                </a:cubicBezTo>
                <a:cubicBezTo>
                  <a:pt x="858242" y="746522"/>
                  <a:pt x="855266" y="776486"/>
                  <a:pt x="871736" y="796925"/>
                </a:cubicBezTo>
                <a:cubicBezTo>
                  <a:pt x="888206" y="817364"/>
                  <a:pt x="918369" y="820341"/>
                  <a:pt x="938808" y="803870"/>
                </a:cubicBezTo>
                <a:cubicBezTo>
                  <a:pt x="1024533" y="734020"/>
                  <a:pt x="1079500" y="627459"/>
                  <a:pt x="1079500" y="508198"/>
                </a:cubicBezTo>
                <a:cubicBezTo>
                  <a:pt x="1079500" y="388938"/>
                  <a:pt x="1024533" y="282377"/>
                  <a:pt x="938808" y="212527"/>
                </a:cubicBezTo>
                <a:close/>
                <a:moveTo>
                  <a:pt x="818753" y="360164"/>
                </a:moveTo>
                <a:cubicBezTo>
                  <a:pt x="798314" y="343495"/>
                  <a:pt x="768350" y="346670"/>
                  <a:pt x="751681" y="367109"/>
                </a:cubicBezTo>
                <a:cubicBezTo>
                  <a:pt x="735013" y="387548"/>
                  <a:pt x="738188" y="417513"/>
                  <a:pt x="758627" y="434181"/>
                </a:cubicBezTo>
                <a:cubicBezTo>
                  <a:pt x="780058" y="451644"/>
                  <a:pt x="793750" y="478234"/>
                  <a:pt x="793750" y="508000"/>
                </a:cubicBezTo>
                <a:cubicBezTo>
                  <a:pt x="793750" y="537766"/>
                  <a:pt x="780058" y="564356"/>
                  <a:pt x="758627" y="582017"/>
                </a:cubicBezTo>
                <a:cubicBezTo>
                  <a:pt x="738188" y="598686"/>
                  <a:pt x="735211" y="628650"/>
                  <a:pt x="751681" y="649089"/>
                </a:cubicBezTo>
                <a:cubicBezTo>
                  <a:pt x="768152" y="669528"/>
                  <a:pt x="798314" y="672505"/>
                  <a:pt x="818753" y="656034"/>
                </a:cubicBezTo>
                <a:cubicBezTo>
                  <a:pt x="861417" y="620911"/>
                  <a:pt x="889000" y="567730"/>
                  <a:pt x="889000" y="508000"/>
                </a:cubicBezTo>
                <a:cubicBezTo>
                  <a:pt x="889000" y="448270"/>
                  <a:pt x="861417" y="395089"/>
                  <a:pt x="818753" y="360164"/>
                </a:cubicBezTo>
                <a:close/>
                <a:moveTo>
                  <a:pt x="158750" y="698500"/>
                </a:moveTo>
                <a:lnTo>
                  <a:pt x="254000" y="698500"/>
                </a:lnTo>
                <a:lnTo>
                  <a:pt x="520105" y="935038"/>
                </a:lnTo>
                <a:cubicBezTo>
                  <a:pt x="532805" y="946348"/>
                  <a:pt x="549077" y="952500"/>
                  <a:pt x="565944" y="952500"/>
                </a:cubicBezTo>
                <a:cubicBezTo>
                  <a:pt x="604044" y="952500"/>
                  <a:pt x="635000" y="921544"/>
                  <a:pt x="635000" y="883444"/>
                </a:cubicBezTo>
                <a:lnTo>
                  <a:pt x="635000" y="132556"/>
                </a:lnTo>
                <a:cubicBezTo>
                  <a:pt x="635000" y="94456"/>
                  <a:pt x="604044" y="63500"/>
                  <a:pt x="565944" y="63500"/>
                </a:cubicBezTo>
                <a:cubicBezTo>
                  <a:pt x="549077" y="63500"/>
                  <a:pt x="532805" y="69652"/>
                  <a:pt x="520105" y="80963"/>
                </a:cubicBezTo>
                <a:lnTo>
                  <a:pt x="254000" y="317500"/>
                </a:lnTo>
                <a:lnTo>
                  <a:pt x="158750" y="317500"/>
                </a:lnTo>
                <a:cubicBezTo>
                  <a:pt x="106164" y="317500"/>
                  <a:pt x="63500" y="360164"/>
                  <a:pt x="63500" y="412750"/>
                </a:cubicBezTo>
                <a:lnTo>
                  <a:pt x="63500" y="603250"/>
                </a:lnTo>
                <a:cubicBezTo>
                  <a:pt x="63500" y="655836"/>
                  <a:pt x="106164" y="698500"/>
                  <a:pt x="158750" y="69850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94000" y="5588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السماعات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24000" y="62865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6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تُخرج الصوت والموسيقى!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18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نسمع من خلالها الأصوات والفيديو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5334000"/>
            <a:ext cx="6858000" cy="2540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0A6B70"/>
              </a:gs>
              <a:gs pos="100000">
                <a:srgbClr val="0A8B91"/>
              </a:gs>
            </a:gsLst>
            <a:lin ang="8100000" scaled="1"/>
          </a:gradFill>
          <a:ln/>
          <a:effectLst>
            <a:outerShdw blurRad="152400" dist="50800" dir="5400000" algn="bl" rotWithShape="0">
              <a:srgbClr val="0A6B70">
                <a:alpha val="1254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049000" y="5651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33570" y="0"/>
                  <a:pt x="476250" y="42680"/>
                  <a:pt x="476250" y="95250"/>
                </a:cubicBezTo>
                <a:cubicBezTo>
                  <a:pt x="476250" y="147820"/>
                  <a:pt x="433570" y="190500"/>
                  <a:pt x="381000" y="190500"/>
                </a:cubicBezTo>
                <a:cubicBezTo>
                  <a:pt x="328430" y="190500"/>
                  <a:pt x="285750" y="147820"/>
                  <a:pt x="285750" y="95250"/>
                </a:cubicBezTo>
                <a:cubicBezTo>
                  <a:pt x="285750" y="42680"/>
                  <a:pt x="328430" y="0"/>
                  <a:pt x="381000" y="0"/>
                </a:cubicBezTo>
                <a:close/>
                <a:moveTo>
                  <a:pt x="523875" y="464344"/>
                </a:moveTo>
                <a:cubicBezTo>
                  <a:pt x="523875" y="501551"/>
                  <a:pt x="504974" y="534293"/>
                  <a:pt x="476250" y="553492"/>
                </a:cubicBezTo>
                <a:lnTo>
                  <a:pt x="476250" y="690563"/>
                </a:lnTo>
                <a:cubicBezTo>
                  <a:pt x="476250" y="730002"/>
                  <a:pt x="444252" y="762000"/>
                  <a:pt x="404813" y="762000"/>
                </a:cubicBezTo>
                <a:lnTo>
                  <a:pt x="357188" y="762000"/>
                </a:lnTo>
                <a:cubicBezTo>
                  <a:pt x="317748" y="762000"/>
                  <a:pt x="285750" y="730002"/>
                  <a:pt x="285750" y="690563"/>
                </a:cubicBezTo>
                <a:lnTo>
                  <a:pt x="285750" y="553492"/>
                </a:lnTo>
                <a:cubicBezTo>
                  <a:pt x="257026" y="534293"/>
                  <a:pt x="238125" y="501551"/>
                  <a:pt x="238125" y="464344"/>
                </a:cubicBezTo>
                <a:lnTo>
                  <a:pt x="238125" y="404813"/>
                </a:lnTo>
                <a:cubicBezTo>
                  <a:pt x="238125" y="325934"/>
                  <a:pt x="302121" y="261938"/>
                  <a:pt x="381000" y="261938"/>
                </a:cubicBezTo>
                <a:cubicBezTo>
                  <a:pt x="459879" y="261938"/>
                  <a:pt x="523875" y="325934"/>
                  <a:pt x="523875" y="404813"/>
                </a:cubicBezTo>
                <a:lnTo>
                  <a:pt x="523875" y="464344"/>
                </a:lnTo>
                <a:close/>
                <a:moveTo>
                  <a:pt x="142875" y="47625"/>
                </a:moveTo>
                <a:cubicBezTo>
                  <a:pt x="188874" y="47625"/>
                  <a:pt x="226219" y="84970"/>
                  <a:pt x="226219" y="130969"/>
                </a:cubicBezTo>
                <a:cubicBezTo>
                  <a:pt x="226219" y="176967"/>
                  <a:pt x="188874" y="214313"/>
                  <a:pt x="142875" y="214313"/>
                </a:cubicBezTo>
                <a:cubicBezTo>
                  <a:pt x="96876" y="214313"/>
                  <a:pt x="59531" y="176967"/>
                  <a:pt x="59531" y="130969"/>
                </a:cubicBezTo>
                <a:cubicBezTo>
                  <a:pt x="59531" y="84970"/>
                  <a:pt x="96876" y="47625"/>
                  <a:pt x="142875" y="47625"/>
                </a:cubicBezTo>
                <a:close/>
                <a:moveTo>
                  <a:pt x="166688" y="404813"/>
                </a:moveTo>
                <a:lnTo>
                  <a:pt x="166688" y="452438"/>
                </a:lnTo>
                <a:cubicBezTo>
                  <a:pt x="166688" y="500807"/>
                  <a:pt x="184696" y="544860"/>
                  <a:pt x="214313" y="578495"/>
                </a:cubicBezTo>
                <a:lnTo>
                  <a:pt x="214313" y="690563"/>
                </a:lnTo>
                <a:cubicBezTo>
                  <a:pt x="214313" y="692348"/>
                  <a:pt x="214313" y="694283"/>
                  <a:pt x="214461" y="696069"/>
                </a:cubicBezTo>
                <a:cubicBezTo>
                  <a:pt x="201811" y="707380"/>
                  <a:pt x="185142" y="714375"/>
                  <a:pt x="166688" y="714375"/>
                </a:cubicBezTo>
                <a:lnTo>
                  <a:pt x="119063" y="714375"/>
                </a:lnTo>
                <a:cubicBezTo>
                  <a:pt x="79623" y="714375"/>
                  <a:pt x="47625" y="682377"/>
                  <a:pt x="47625" y="642938"/>
                </a:cubicBezTo>
                <a:lnTo>
                  <a:pt x="47625" y="558701"/>
                </a:lnTo>
                <a:cubicBezTo>
                  <a:pt x="19199" y="542330"/>
                  <a:pt x="0" y="511522"/>
                  <a:pt x="0" y="476250"/>
                </a:cubicBezTo>
                <a:lnTo>
                  <a:pt x="0" y="428625"/>
                </a:lnTo>
                <a:cubicBezTo>
                  <a:pt x="0" y="349746"/>
                  <a:pt x="63996" y="285750"/>
                  <a:pt x="142875" y="285750"/>
                </a:cubicBezTo>
                <a:cubicBezTo>
                  <a:pt x="161776" y="285750"/>
                  <a:pt x="179784" y="289471"/>
                  <a:pt x="196304" y="296019"/>
                </a:cubicBezTo>
                <a:cubicBezTo>
                  <a:pt x="177552" y="327868"/>
                  <a:pt x="166688" y="365075"/>
                  <a:pt x="166688" y="404813"/>
                </a:cubicBezTo>
                <a:close/>
                <a:moveTo>
                  <a:pt x="547687" y="690563"/>
                </a:moveTo>
                <a:lnTo>
                  <a:pt x="547687" y="578495"/>
                </a:lnTo>
                <a:cubicBezTo>
                  <a:pt x="577304" y="545009"/>
                  <a:pt x="595313" y="500807"/>
                  <a:pt x="595313" y="452438"/>
                </a:cubicBezTo>
                <a:lnTo>
                  <a:pt x="595313" y="404813"/>
                </a:lnTo>
                <a:cubicBezTo>
                  <a:pt x="595313" y="365075"/>
                  <a:pt x="584448" y="328017"/>
                  <a:pt x="565696" y="296019"/>
                </a:cubicBezTo>
                <a:cubicBezTo>
                  <a:pt x="582216" y="289322"/>
                  <a:pt x="600224" y="285750"/>
                  <a:pt x="619125" y="285750"/>
                </a:cubicBezTo>
                <a:cubicBezTo>
                  <a:pt x="698004" y="285750"/>
                  <a:pt x="762000" y="349746"/>
                  <a:pt x="762000" y="428625"/>
                </a:cubicBezTo>
                <a:lnTo>
                  <a:pt x="762000" y="476250"/>
                </a:lnTo>
                <a:cubicBezTo>
                  <a:pt x="762000" y="511522"/>
                  <a:pt x="742801" y="542330"/>
                  <a:pt x="714375" y="558701"/>
                </a:cubicBezTo>
                <a:lnTo>
                  <a:pt x="714375" y="642938"/>
                </a:lnTo>
                <a:cubicBezTo>
                  <a:pt x="714375" y="682377"/>
                  <a:pt x="682377" y="714375"/>
                  <a:pt x="642938" y="714375"/>
                </a:cubicBezTo>
                <a:lnTo>
                  <a:pt x="595313" y="714375"/>
                </a:lnTo>
                <a:cubicBezTo>
                  <a:pt x="577007" y="714375"/>
                  <a:pt x="560189" y="707529"/>
                  <a:pt x="547539" y="696069"/>
                </a:cubicBezTo>
                <a:cubicBezTo>
                  <a:pt x="547539" y="694283"/>
                  <a:pt x="547687" y="692348"/>
                  <a:pt x="547687" y="690563"/>
                </a:cubicBezTo>
                <a:close/>
                <a:moveTo>
                  <a:pt x="619125" y="47625"/>
                </a:moveTo>
                <a:cubicBezTo>
                  <a:pt x="665124" y="47625"/>
                  <a:pt x="702469" y="84970"/>
                  <a:pt x="702469" y="130969"/>
                </a:cubicBezTo>
                <a:cubicBezTo>
                  <a:pt x="702469" y="176967"/>
                  <a:pt x="665124" y="214313"/>
                  <a:pt x="619125" y="214313"/>
                </a:cubicBezTo>
                <a:cubicBezTo>
                  <a:pt x="573126" y="214313"/>
                  <a:pt x="535781" y="176967"/>
                  <a:pt x="535781" y="130969"/>
                </a:cubicBezTo>
                <a:cubicBezTo>
                  <a:pt x="535781" y="84970"/>
                  <a:pt x="573126" y="47625"/>
                  <a:pt x="619125" y="476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890000" y="6540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كلها تعمل معاً كفريق!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90000" y="73025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كفريق كرة القدم، كل لاعب له دور!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كيف نستخدم الحاسب بأمان؟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45720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921000" y="1841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71500" y="95250"/>
                </a:moveTo>
                <a:cubicBezTo>
                  <a:pt x="597785" y="95250"/>
                  <a:pt x="619125" y="73910"/>
                  <a:pt x="619125" y="47625"/>
                </a:cubicBezTo>
                <a:cubicBezTo>
                  <a:pt x="619125" y="21340"/>
                  <a:pt x="597785" y="0"/>
                  <a:pt x="571500" y="0"/>
                </a:cubicBezTo>
                <a:cubicBezTo>
                  <a:pt x="545215" y="0"/>
                  <a:pt x="523875" y="21340"/>
                  <a:pt x="523875" y="47625"/>
                </a:cubicBezTo>
                <a:cubicBezTo>
                  <a:pt x="523875" y="73910"/>
                  <a:pt x="545215" y="95250"/>
                  <a:pt x="571500" y="95250"/>
                </a:cubicBezTo>
                <a:close/>
                <a:moveTo>
                  <a:pt x="714375" y="285750"/>
                </a:moveTo>
                <a:cubicBezTo>
                  <a:pt x="740660" y="285750"/>
                  <a:pt x="762000" y="264410"/>
                  <a:pt x="762000" y="238125"/>
                </a:cubicBezTo>
                <a:cubicBezTo>
                  <a:pt x="762000" y="211840"/>
                  <a:pt x="740660" y="190500"/>
                  <a:pt x="714375" y="190500"/>
                </a:cubicBezTo>
                <a:cubicBezTo>
                  <a:pt x="688090" y="190500"/>
                  <a:pt x="666750" y="211840"/>
                  <a:pt x="666750" y="238125"/>
                </a:cubicBezTo>
                <a:cubicBezTo>
                  <a:pt x="666750" y="264410"/>
                  <a:pt x="688090" y="285750"/>
                  <a:pt x="714375" y="285750"/>
                </a:cubicBezTo>
                <a:close/>
                <a:moveTo>
                  <a:pt x="190500" y="690563"/>
                </a:moveTo>
                <a:cubicBezTo>
                  <a:pt x="190500" y="651135"/>
                  <a:pt x="158490" y="619125"/>
                  <a:pt x="119063" y="619125"/>
                </a:cubicBezTo>
                <a:cubicBezTo>
                  <a:pt x="79635" y="619125"/>
                  <a:pt x="47625" y="651135"/>
                  <a:pt x="47625" y="690563"/>
                </a:cubicBezTo>
                <a:cubicBezTo>
                  <a:pt x="47625" y="729990"/>
                  <a:pt x="79635" y="762000"/>
                  <a:pt x="119063" y="762000"/>
                </a:cubicBezTo>
                <a:cubicBezTo>
                  <a:pt x="158490" y="762000"/>
                  <a:pt x="190500" y="729990"/>
                  <a:pt x="190500" y="690563"/>
                </a:cubicBezTo>
                <a:close/>
                <a:moveTo>
                  <a:pt x="0" y="238125"/>
                </a:moveTo>
                <a:lnTo>
                  <a:pt x="149" y="346174"/>
                </a:lnTo>
                <a:cubicBezTo>
                  <a:pt x="149" y="412849"/>
                  <a:pt x="26343" y="475804"/>
                  <a:pt x="71438" y="522387"/>
                </a:cubicBezTo>
                <a:cubicBezTo>
                  <a:pt x="71884" y="407789"/>
                  <a:pt x="131118" y="301526"/>
                  <a:pt x="228302" y="240655"/>
                </a:cubicBezTo>
                <a:lnTo>
                  <a:pt x="231130" y="238869"/>
                </a:lnTo>
                <a:cubicBezTo>
                  <a:pt x="227409" y="233363"/>
                  <a:pt x="226963" y="226070"/>
                  <a:pt x="230535" y="219968"/>
                </a:cubicBezTo>
                <a:lnTo>
                  <a:pt x="322808" y="60127"/>
                </a:lnTo>
                <a:cubicBezTo>
                  <a:pt x="332631" y="43011"/>
                  <a:pt x="326827" y="21134"/>
                  <a:pt x="309711" y="11311"/>
                </a:cubicBezTo>
                <a:cubicBezTo>
                  <a:pt x="292596" y="1488"/>
                  <a:pt x="270867" y="7441"/>
                  <a:pt x="261045" y="24557"/>
                </a:cubicBezTo>
                <a:lnTo>
                  <a:pt x="159841" y="199876"/>
                </a:lnTo>
                <a:lnTo>
                  <a:pt x="159841" y="199876"/>
                </a:lnTo>
                <a:lnTo>
                  <a:pt x="159841" y="199876"/>
                </a:lnTo>
                <a:lnTo>
                  <a:pt x="95399" y="311497"/>
                </a:lnTo>
                <a:lnTo>
                  <a:pt x="95399" y="238125"/>
                </a:lnTo>
                <a:cubicBezTo>
                  <a:pt x="95399" y="211782"/>
                  <a:pt x="73968" y="190500"/>
                  <a:pt x="47774" y="190500"/>
                </a:cubicBezTo>
                <a:cubicBezTo>
                  <a:pt x="21580" y="190500"/>
                  <a:pt x="0" y="211931"/>
                  <a:pt x="0" y="238125"/>
                </a:cubicBezTo>
                <a:close/>
                <a:moveTo>
                  <a:pt x="317897" y="184696"/>
                </a:moveTo>
                <a:cubicBezTo>
                  <a:pt x="338882" y="171599"/>
                  <a:pt x="362248" y="165795"/>
                  <a:pt x="385167" y="166688"/>
                </a:cubicBezTo>
                <a:lnTo>
                  <a:pt x="439489" y="72479"/>
                </a:lnTo>
                <a:cubicBezTo>
                  <a:pt x="449312" y="55364"/>
                  <a:pt x="443508" y="33486"/>
                  <a:pt x="426393" y="23664"/>
                </a:cubicBezTo>
                <a:cubicBezTo>
                  <a:pt x="409277" y="13841"/>
                  <a:pt x="387400" y="19645"/>
                  <a:pt x="377577" y="36761"/>
                </a:cubicBezTo>
                <a:lnTo>
                  <a:pt x="277713" y="209699"/>
                </a:lnTo>
                <a:lnTo>
                  <a:pt x="317897" y="184547"/>
                </a:lnTo>
                <a:close/>
                <a:moveTo>
                  <a:pt x="446633" y="131564"/>
                </a:moveTo>
                <a:lnTo>
                  <a:pt x="422225" y="173831"/>
                </a:lnTo>
                <a:cubicBezTo>
                  <a:pt x="444698" y="182017"/>
                  <a:pt x="464790" y="197048"/>
                  <a:pt x="479227" y="218033"/>
                </a:cubicBezTo>
                <a:lnTo>
                  <a:pt x="508546" y="167134"/>
                </a:lnTo>
                <a:cubicBezTo>
                  <a:pt x="518368" y="150019"/>
                  <a:pt x="512564" y="128141"/>
                  <a:pt x="495449" y="118318"/>
                </a:cubicBezTo>
                <a:cubicBezTo>
                  <a:pt x="478334" y="108496"/>
                  <a:pt x="456456" y="114300"/>
                  <a:pt x="446633" y="131415"/>
                </a:cubicBezTo>
                <a:close/>
                <a:moveTo>
                  <a:pt x="515689" y="226368"/>
                </a:moveTo>
                <a:lnTo>
                  <a:pt x="497086" y="258663"/>
                </a:lnTo>
                <a:cubicBezTo>
                  <a:pt x="500063" y="271463"/>
                  <a:pt x="500807" y="284708"/>
                  <a:pt x="499616" y="297507"/>
                </a:cubicBezTo>
                <a:lnTo>
                  <a:pt x="506016" y="297507"/>
                </a:lnTo>
                <a:lnTo>
                  <a:pt x="506016" y="297507"/>
                </a:lnTo>
                <a:lnTo>
                  <a:pt x="557212" y="297507"/>
                </a:lnTo>
                <a:lnTo>
                  <a:pt x="577602" y="262086"/>
                </a:lnTo>
                <a:cubicBezTo>
                  <a:pt x="587425" y="244971"/>
                  <a:pt x="581620" y="223093"/>
                  <a:pt x="564505" y="213271"/>
                </a:cubicBezTo>
                <a:cubicBezTo>
                  <a:pt x="547390" y="203448"/>
                  <a:pt x="525512" y="209252"/>
                  <a:pt x="515689" y="226368"/>
                </a:cubicBezTo>
                <a:close/>
                <a:moveTo>
                  <a:pt x="421332" y="260449"/>
                </a:moveTo>
                <a:cubicBezTo>
                  <a:pt x="407343" y="238125"/>
                  <a:pt x="378023" y="231428"/>
                  <a:pt x="355699" y="245269"/>
                </a:cubicBezTo>
                <a:lnTo>
                  <a:pt x="266105" y="301228"/>
                </a:lnTo>
                <a:cubicBezTo>
                  <a:pt x="189458" y="349300"/>
                  <a:pt x="142875" y="433388"/>
                  <a:pt x="142875" y="523875"/>
                </a:cubicBezTo>
                <a:lnTo>
                  <a:pt x="142875" y="535781"/>
                </a:lnTo>
                <a:cubicBezTo>
                  <a:pt x="142875" y="549027"/>
                  <a:pt x="144066" y="561975"/>
                  <a:pt x="146149" y="574625"/>
                </a:cubicBezTo>
                <a:cubicBezTo>
                  <a:pt x="198834" y="586829"/>
                  <a:pt x="238125" y="634157"/>
                  <a:pt x="238125" y="690563"/>
                </a:cubicBezTo>
                <a:cubicBezTo>
                  <a:pt x="238125" y="699939"/>
                  <a:pt x="237083" y="709166"/>
                  <a:pt x="235000" y="717947"/>
                </a:cubicBezTo>
                <a:cubicBezTo>
                  <a:pt x="272504" y="745629"/>
                  <a:pt x="318939" y="762000"/>
                  <a:pt x="369094" y="762000"/>
                </a:cubicBezTo>
                <a:lnTo>
                  <a:pt x="631031" y="762000"/>
                </a:lnTo>
                <a:cubicBezTo>
                  <a:pt x="650825" y="762000"/>
                  <a:pt x="666750" y="746075"/>
                  <a:pt x="666750" y="726281"/>
                </a:cubicBezTo>
                <a:cubicBezTo>
                  <a:pt x="666750" y="706487"/>
                  <a:pt x="650825" y="690563"/>
                  <a:pt x="631031" y="690563"/>
                </a:cubicBezTo>
                <a:lnTo>
                  <a:pt x="494109" y="690563"/>
                </a:lnTo>
                <a:cubicBezTo>
                  <a:pt x="484287" y="690563"/>
                  <a:pt x="476250" y="682526"/>
                  <a:pt x="476250" y="672703"/>
                </a:cubicBezTo>
                <a:cubicBezTo>
                  <a:pt x="476250" y="662880"/>
                  <a:pt x="484287" y="654844"/>
                  <a:pt x="494109" y="654844"/>
                </a:cubicBezTo>
                <a:lnTo>
                  <a:pt x="678656" y="654844"/>
                </a:lnTo>
                <a:cubicBezTo>
                  <a:pt x="698450" y="654844"/>
                  <a:pt x="714375" y="638919"/>
                  <a:pt x="714375" y="619125"/>
                </a:cubicBezTo>
                <a:cubicBezTo>
                  <a:pt x="714375" y="599331"/>
                  <a:pt x="698450" y="583406"/>
                  <a:pt x="678656" y="583406"/>
                </a:cubicBezTo>
                <a:lnTo>
                  <a:pt x="494109" y="583406"/>
                </a:lnTo>
                <a:cubicBezTo>
                  <a:pt x="484287" y="583406"/>
                  <a:pt x="476250" y="575370"/>
                  <a:pt x="476250" y="565547"/>
                </a:cubicBezTo>
                <a:cubicBezTo>
                  <a:pt x="476250" y="555724"/>
                  <a:pt x="484287" y="547687"/>
                  <a:pt x="494109" y="547687"/>
                </a:cubicBezTo>
                <a:lnTo>
                  <a:pt x="726281" y="547687"/>
                </a:lnTo>
                <a:cubicBezTo>
                  <a:pt x="746075" y="547687"/>
                  <a:pt x="762000" y="531763"/>
                  <a:pt x="762000" y="511969"/>
                </a:cubicBezTo>
                <a:cubicBezTo>
                  <a:pt x="762000" y="492175"/>
                  <a:pt x="746075" y="476250"/>
                  <a:pt x="726281" y="476250"/>
                </a:cubicBezTo>
                <a:lnTo>
                  <a:pt x="494109" y="476250"/>
                </a:lnTo>
                <a:cubicBezTo>
                  <a:pt x="484287" y="476250"/>
                  <a:pt x="476250" y="468213"/>
                  <a:pt x="476250" y="458391"/>
                </a:cubicBezTo>
                <a:cubicBezTo>
                  <a:pt x="476250" y="448568"/>
                  <a:pt x="484287" y="440531"/>
                  <a:pt x="494109" y="440531"/>
                </a:cubicBezTo>
                <a:lnTo>
                  <a:pt x="678656" y="440531"/>
                </a:lnTo>
                <a:cubicBezTo>
                  <a:pt x="698450" y="440531"/>
                  <a:pt x="714375" y="424607"/>
                  <a:pt x="714375" y="404813"/>
                </a:cubicBezTo>
                <a:cubicBezTo>
                  <a:pt x="714375" y="385018"/>
                  <a:pt x="698450" y="369094"/>
                  <a:pt x="678656" y="369094"/>
                </a:cubicBezTo>
                <a:lnTo>
                  <a:pt x="476250" y="369094"/>
                </a:lnTo>
                <a:lnTo>
                  <a:pt x="476250" y="369094"/>
                </a:lnTo>
                <a:lnTo>
                  <a:pt x="476250" y="369094"/>
                </a:lnTo>
                <a:lnTo>
                  <a:pt x="337542" y="369094"/>
                </a:lnTo>
                <a:lnTo>
                  <a:pt x="406301" y="326082"/>
                </a:lnTo>
                <a:cubicBezTo>
                  <a:pt x="428625" y="312093"/>
                  <a:pt x="435322" y="282773"/>
                  <a:pt x="421481" y="260449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70000" y="2730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اغسل يديك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" y="3302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قبل استخدام الحاسب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42000" y="1587500"/>
            <a:ext cx="45720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47000" y="1841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46497" y="613916"/>
                </a:moveTo>
                <a:lnTo>
                  <a:pt x="148084" y="215503"/>
                </a:lnTo>
                <a:cubicBezTo>
                  <a:pt x="114746" y="262235"/>
                  <a:pt x="95250" y="319385"/>
                  <a:pt x="95250" y="381000"/>
                </a:cubicBezTo>
                <a:cubicBezTo>
                  <a:pt x="95250" y="538758"/>
                  <a:pt x="223242" y="666750"/>
                  <a:pt x="381000" y="666750"/>
                </a:cubicBezTo>
                <a:cubicBezTo>
                  <a:pt x="442764" y="666750"/>
                  <a:pt x="499914" y="647254"/>
                  <a:pt x="546497" y="613916"/>
                </a:cubicBezTo>
                <a:close/>
                <a:moveTo>
                  <a:pt x="613916" y="546497"/>
                </a:moveTo>
                <a:cubicBezTo>
                  <a:pt x="647254" y="499765"/>
                  <a:pt x="666750" y="442615"/>
                  <a:pt x="666750" y="381000"/>
                </a:cubicBezTo>
                <a:cubicBezTo>
                  <a:pt x="666750" y="223242"/>
                  <a:pt x="538758" y="95250"/>
                  <a:pt x="381000" y="95250"/>
                </a:cubicBezTo>
                <a:cubicBezTo>
                  <a:pt x="319236" y="95250"/>
                  <a:pt x="262086" y="114746"/>
                  <a:pt x="215503" y="148084"/>
                </a:cubicBezTo>
                <a:lnTo>
                  <a:pt x="613916" y="546497"/>
                </a:lnTo>
                <a:close/>
                <a:moveTo>
                  <a:pt x="0" y="381000"/>
                </a:moveTo>
                <a:cubicBezTo>
                  <a:pt x="0" y="170720"/>
                  <a:pt x="170720" y="0"/>
                  <a:pt x="381000" y="0"/>
                </a:cubicBez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96000" y="2730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 تأكل أو تشرب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6000" y="3302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بجانب الحاسب أبداً!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668000" y="1587500"/>
            <a:ext cx="45720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2668250" y="18415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47625" y="47625"/>
                </a:moveTo>
                <a:cubicBezTo>
                  <a:pt x="47625" y="21282"/>
                  <a:pt x="68907" y="0"/>
                  <a:pt x="95250" y="0"/>
                </a:cubicBezTo>
                <a:cubicBezTo>
                  <a:pt x="121593" y="0"/>
                  <a:pt x="142875" y="21282"/>
                  <a:pt x="142875" y="47625"/>
                </a:cubicBezTo>
                <a:lnTo>
                  <a:pt x="142875" y="357188"/>
                </a:lnTo>
                <a:lnTo>
                  <a:pt x="47625" y="357188"/>
                </a:lnTo>
                <a:lnTo>
                  <a:pt x="47625" y="47625"/>
                </a:lnTo>
                <a:close/>
                <a:moveTo>
                  <a:pt x="333375" y="285750"/>
                </a:moveTo>
                <a:cubicBezTo>
                  <a:pt x="333375" y="259407"/>
                  <a:pt x="354657" y="238125"/>
                  <a:pt x="381000" y="238125"/>
                </a:cubicBezTo>
                <a:cubicBezTo>
                  <a:pt x="407343" y="238125"/>
                  <a:pt x="428625" y="259407"/>
                  <a:pt x="428625" y="285750"/>
                </a:cubicBezTo>
                <a:lnTo>
                  <a:pt x="428625" y="381000"/>
                </a:lnTo>
                <a:cubicBezTo>
                  <a:pt x="428625" y="407343"/>
                  <a:pt x="407343" y="428625"/>
                  <a:pt x="381000" y="428625"/>
                </a:cubicBezTo>
                <a:cubicBezTo>
                  <a:pt x="354657" y="428625"/>
                  <a:pt x="333375" y="407343"/>
                  <a:pt x="333375" y="381000"/>
                </a:cubicBezTo>
                <a:lnTo>
                  <a:pt x="333375" y="285750"/>
                </a:lnTo>
                <a:close/>
                <a:moveTo>
                  <a:pt x="238125" y="190500"/>
                </a:moveTo>
                <a:cubicBezTo>
                  <a:pt x="264468" y="190500"/>
                  <a:pt x="285750" y="211782"/>
                  <a:pt x="285750" y="238125"/>
                </a:cubicBezTo>
                <a:lnTo>
                  <a:pt x="285750" y="309563"/>
                </a:lnTo>
                <a:cubicBezTo>
                  <a:pt x="285750" y="335905"/>
                  <a:pt x="264468" y="357188"/>
                  <a:pt x="238125" y="357188"/>
                </a:cubicBezTo>
                <a:cubicBezTo>
                  <a:pt x="211782" y="357188"/>
                  <a:pt x="190500" y="335905"/>
                  <a:pt x="190500" y="309563"/>
                </a:cubicBezTo>
                <a:lnTo>
                  <a:pt x="190500" y="238125"/>
                </a:lnTo>
                <a:cubicBezTo>
                  <a:pt x="190500" y="211782"/>
                  <a:pt x="211782" y="190500"/>
                  <a:pt x="238125" y="190500"/>
                </a:cubicBezTo>
                <a:close/>
                <a:moveTo>
                  <a:pt x="476250" y="333375"/>
                </a:moveTo>
                <a:cubicBezTo>
                  <a:pt x="476250" y="307032"/>
                  <a:pt x="497532" y="285750"/>
                  <a:pt x="523875" y="285750"/>
                </a:cubicBezTo>
                <a:cubicBezTo>
                  <a:pt x="550218" y="285750"/>
                  <a:pt x="571500" y="307032"/>
                  <a:pt x="571500" y="333375"/>
                </a:cubicBezTo>
                <a:lnTo>
                  <a:pt x="571500" y="428625"/>
                </a:lnTo>
                <a:cubicBezTo>
                  <a:pt x="571500" y="454968"/>
                  <a:pt x="550218" y="476250"/>
                  <a:pt x="523875" y="476250"/>
                </a:cubicBezTo>
                <a:cubicBezTo>
                  <a:pt x="497532" y="476250"/>
                  <a:pt x="476250" y="454968"/>
                  <a:pt x="476250" y="428625"/>
                </a:cubicBezTo>
                <a:lnTo>
                  <a:pt x="476250" y="333375"/>
                </a:lnTo>
                <a:close/>
                <a:moveTo>
                  <a:pt x="333375" y="464344"/>
                </a:moveTo>
                <a:lnTo>
                  <a:pt x="333375" y="463451"/>
                </a:lnTo>
                <a:cubicBezTo>
                  <a:pt x="347365" y="471487"/>
                  <a:pt x="363587" y="476250"/>
                  <a:pt x="381000" y="476250"/>
                </a:cubicBezTo>
                <a:cubicBezTo>
                  <a:pt x="400645" y="476250"/>
                  <a:pt x="418802" y="470297"/>
                  <a:pt x="433983" y="460177"/>
                </a:cubicBezTo>
                <a:cubicBezTo>
                  <a:pt x="446931" y="497235"/>
                  <a:pt x="482352" y="523875"/>
                  <a:pt x="523875" y="523875"/>
                </a:cubicBezTo>
                <a:cubicBezTo>
                  <a:pt x="541288" y="523875"/>
                  <a:pt x="557510" y="519261"/>
                  <a:pt x="571500" y="511076"/>
                </a:cubicBezTo>
                <a:lnTo>
                  <a:pt x="571500" y="523875"/>
                </a:lnTo>
                <a:cubicBezTo>
                  <a:pt x="571500" y="655439"/>
                  <a:pt x="464939" y="762000"/>
                  <a:pt x="333375" y="762000"/>
                </a:cubicBezTo>
                <a:lnTo>
                  <a:pt x="241548" y="762000"/>
                </a:lnTo>
                <a:cubicBezTo>
                  <a:pt x="178445" y="762000"/>
                  <a:pt x="117872" y="736848"/>
                  <a:pt x="73223" y="692200"/>
                </a:cubicBezTo>
                <a:lnTo>
                  <a:pt x="55811" y="674936"/>
                </a:lnTo>
                <a:cubicBezTo>
                  <a:pt x="20092" y="639217"/>
                  <a:pt x="0" y="590699"/>
                  <a:pt x="0" y="540246"/>
                </a:cubicBezTo>
                <a:lnTo>
                  <a:pt x="0" y="500063"/>
                </a:lnTo>
                <a:cubicBezTo>
                  <a:pt x="0" y="447526"/>
                  <a:pt x="42714" y="404813"/>
                  <a:pt x="95250" y="404813"/>
                </a:cubicBezTo>
                <a:lnTo>
                  <a:pt x="226219" y="404813"/>
                </a:lnTo>
                <a:cubicBezTo>
                  <a:pt x="259110" y="404813"/>
                  <a:pt x="285750" y="431453"/>
                  <a:pt x="285750" y="464344"/>
                </a:cubicBezTo>
                <a:cubicBezTo>
                  <a:pt x="285750" y="497235"/>
                  <a:pt x="259110" y="523875"/>
                  <a:pt x="226219" y="523875"/>
                </a:cubicBezTo>
                <a:lnTo>
                  <a:pt x="142875" y="523875"/>
                </a:lnTo>
                <a:cubicBezTo>
                  <a:pt x="129778" y="523875"/>
                  <a:pt x="119063" y="534591"/>
                  <a:pt x="119063" y="547687"/>
                </a:cubicBezTo>
                <a:cubicBezTo>
                  <a:pt x="119063" y="560784"/>
                  <a:pt x="129778" y="571500"/>
                  <a:pt x="142875" y="571500"/>
                </a:cubicBezTo>
                <a:lnTo>
                  <a:pt x="226219" y="571500"/>
                </a:lnTo>
                <a:cubicBezTo>
                  <a:pt x="285452" y="571500"/>
                  <a:pt x="333375" y="523577"/>
                  <a:pt x="333375" y="464344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22000" y="2730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C1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اضغط بلطف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22000" y="3302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على المفاتيح والفأرة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6000" y="4254500"/>
            <a:ext cx="68580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857625" y="45085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33375" y="369094"/>
                </a:moveTo>
                <a:cubicBezTo>
                  <a:pt x="234806" y="369094"/>
                  <a:pt x="154781" y="289069"/>
                  <a:pt x="154781" y="190500"/>
                </a:cubicBezTo>
                <a:cubicBezTo>
                  <a:pt x="154781" y="91931"/>
                  <a:pt x="234806" y="11906"/>
                  <a:pt x="333375" y="11906"/>
                </a:cubicBezTo>
                <a:cubicBezTo>
                  <a:pt x="431944" y="11906"/>
                  <a:pt x="511969" y="91931"/>
                  <a:pt x="511969" y="190500"/>
                </a:cubicBezTo>
                <a:cubicBezTo>
                  <a:pt x="511969" y="289069"/>
                  <a:pt x="431944" y="369094"/>
                  <a:pt x="333375" y="369094"/>
                </a:cubicBezTo>
                <a:close/>
                <a:moveTo>
                  <a:pt x="287982" y="452438"/>
                </a:moveTo>
                <a:lnTo>
                  <a:pt x="378768" y="452438"/>
                </a:lnTo>
                <a:cubicBezTo>
                  <a:pt x="393204" y="452438"/>
                  <a:pt x="404813" y="464046"/>
                  <a:pt x="404813" y="478482"/>
                </a:cubicBezTo>
                <a:cubicBezTo>
                  <a:pt x="404813" y="484733"/>
                  <a:pt x="402580" y="490686"/>
                  <a:pt x="398562" y="495449"/>
                </a:cubicBezTo>
                <a:lnTo>
                  <a:pt x="357783" y="543074"/>
                </a:lnTo>
                <a:lnTo>
                  <a:pt x="403920" y="714375"/>
                </a:lnTo>
                <a:lnTo>
                  <a:pt x="404813" y="714375"/>
                </a:lnTo>
                <a:lnTo>
                  <a:pt x="456307" y="508248"/>
                </a:lnTo>
                <a:cubicBezTo>
                  <a:pt x="459581" y="495300"/>
                  <a:pt x="472827" y="487412"/>
                  <a:pt x="485329" y="492175"/>
                </a:cubicBezTo>
                <a:cubicBezTo>
                  <a:pt x="577453" y="527298"/>
                  <a:pt x="642938" y="616595"/>
                  <a:pt x="642938" y="721072"/>
                </a:cubicBezTo>
                <a:cubicBezTo>
                  <a:pt x="642938" y="743545"/>
                  <a:pt x="624632" y="761851"/>
                  <a:pt x="602159" y="761851"/>
                </a:cubicBezTo>
                <a:lnTo>
                  <a:pt x="64591" y="762000"/>
                </a:lnTo>
                <a:cubicBezTo>
                  <a:pt x="42118" y="762000"/>
                  <a:pt x="23812" y="743694"/>
                  <a:pt x="23812" y="721221"/>
                </a:cubicBezTo>
                <a:cubicBezTo>
                  <a:pt x="23812" y="616744"/>
                  <a:pt x="89297" y="527447"/>
                  <a:pt x="181421" y="492323"/>
                </a:cubicBezTo>
                <a:cubicBezTo>
                  <a:pt x="193923" y="487561"/>
                  <a:pt x="207169" y="495449"/>
                  <a:pt x="210443" y="508397"/>
                </a:cubicBezTo>
                <a:lnTo>
                  <a:pt x="261938" y="714524"/>
                </a:lnTo>
                <a:lnTo>
                  <a:pt x="262830" y="714524"/>
                </a:lnTo>
                <a:lnTo>
                  <a:pt x="308967" y="543223"/>
                </a:lnTo>
                <a:lnTo>
                  <a:pt x="268188" y="495598"/>
                </a:lnTo>
                <a:cubicBezTo>
                  <a:pt x="264170" y="490835"/>
                  <a:pt x="261938" y="484882"/>
                  <a:pt x="261938" y="478631"/>
                </a:cubicBezTo>
                <a:cubicBezTo>
                  <a:pt x="261938" y="464195"/>
                  <a:pt x="273546" y="452586"/>
                  <a:pt x="287982" y="452586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524000" y="53975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أخبر المعلم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24000" y="59690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إذا حدث شيء غريب أو مشكلة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4254500"/>
            <a:ext cx="68580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1128375" y="45085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428625" y="47625"/>
                </a:moveTo>
                <a:cubicBezTo>
                  <a:pt x="308372" y="47625"/>
                  <a:pt x="212080" y="102394"/>
                  <a:pt x="141982" y="167580"/>
                </a:cubicBezTo>
                <a:cubicBezTo>
                  <a:pt x="72330" y="232321"/>
                  <a:pt x="25747" y="309563"/>
                  <a:pt x="3572" y="362694"/>
                </a:cubicBezTo>
                <a:cubicBezTo>
                  <a:pt x="-1339" y="374452"/>
                  <a:pt x="-1339" y="387548"/>
                  <a:pt x="3572" y="399306"/>
                </a:cubicBezTo>
                <a:cubicBezTo>
                  <a:pt x="25747" y="452438"/>
                  <a:pt x="72330" y="529828"/>
                  <a:pt x="141982" y="594420"/>
                </a:cubicBezTo>
                <a:cubicBezTo>
                  <a:pt x="212080" y="659457"/>
                  <a:pt x="308372" y="714375"/>
                  <a:pt x="428625" y="714375"/>
                </a:cubicBezTo>
                <a:cubicBezTo>
                  <a:pt x="548878" y="714375"/>
                  <a:pt x="645170" y="659606"/>
                  <a:pt x="715268" y="594420"/>
                </a:cubicBezTo>
                <a:cubicBezTo>
                  <a:pt x="784920" y="529679"/>
                  <a:pt x="831503" y="452438"/>
                  <a:pt x="853678" y="399306"/>
                </a:cubicBezTo>
                <a:cubicBezTo>
                  <a:pt x="858589" y="387548"/>
                  <a:pt x="858589" y="374452"/>
                  <a:pt x="853678" y="362694"/>
                </a:cubicBezTo>
                <a:cubicBezTo>
                  <a:pt x="831503" y="309562"/>
                  <a:pt x="784920" y="232172"/>
                  <a:pt x="715268" y="167580"/>
                </a:cubicBezTo>
                <a:cubicBezTo>
                  <a:pt x="645170" y="102543"/>
                  <a:pt x="548878" y="47625"/>
                  <a:pt x="428625" y="47625"/>
                </a:cubicBezTo>
                <a:close/>
                <a:moveTo>
                  <a:pt x="214313" y="381000"/>
                </a:moveTo>
                <a:cubicBezTo>
                  <a:pt x="214313" y="262718"/>
                  <a:pt x="310343" y="166688"/>
                  <a:pt x="428625" y="166688"/>
                </a:cubicBezTo>
                <a:cubicBezTo>
                  <a:pt x="546907" y="166688"/>
                  <a:pt x="642938" y="262718"/>
                  <a:pt x="642938" y="381000"/>
                </a:cubicBezTo>
                <a:cubicBezTo>
                  <a:pt x="642938" y="499282"/>
                  <a:pt x="546907" y="595313"/>
                  <a:pt x="428625" y="595313"/>
                </a:cubicBezTo>
                <a:cubicBezTo>
                  <a:pt x="310343" y="595313"/>
                  <a:pt x="214313" y="499282"/>
                  <a:pt x="214313" y="381000"/>
                </a:cubicBezTo>
                <a:close/>
                <a:moveTo>
                  <a:pt x="428625" y="285750"/>
                </a:moveTo>
                <a:cubicBezTo>
                  <a:pt x="428625" y="338286"/>
                  <a:pt x="385911" y="381000"/>
                  <a:pt x="333375" y="381000"/>
                </a:cubicBezTo>
                <a:cubicBezTo>
                  <a:pt x="316260" y="381000"/>
                  <a:pt x="300186" y="376535"/>
                  <a:pt x="286196" y="368498"/>
                </a:cubicBezTo>
                <a:cubicBezTo>
                  <a:pt x="284708" y="384721"/>
                  <a:pt x="286048" y="401389"/>
                  <a:pt x="290513" y="417909"/>
                </a:cubicBezTo>
                <a:cubicBezTo>
                  <a:pt x="310902" y="494109"/>
                  <a:pt x="389334" y="539353"/>
                  <a:pt x="465534" y="518964"/>
                </a:cubicBezTo>
                <a:cubicBezTo>
                  <a:pt x="541734" y="498574"/>
                  <a:pt x="586978" y="420142"/>
                  <a:pt x="566589" y="343942"/>
                </a:cubicBezTo>
                <a:cubicBezTo>
                  <a:pt x="548432" y="275927"/>
                  <a:pt x="483989" y="232618"/>
                  <a:pt x="416123" y="238571"/>
                </a:cubicBezTo>
                <a:cubicBezTo>
                  <a:pt x="424011" y="252413"/>
                  <a:pt x="428625" y="268486"/>
                  <a:pt x="428625" y="28575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90000" y="53975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6C7A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ارتاح عينك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90000" y="59690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استخدم الحاسب لمدة مناسبة فقط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810500" y="693805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34119" y="3597"/>
                </a:moveTo>
                <a:cubicBezTo>
                  <a:pt x="328910" y="1240"/>
                  <a:pt x="323329" y="0"/>
                  <a:pt x="317500" y="0"/>
                </a:cubicBezTo>
                <a:cubicBezTo>
                  <a:pt x="311671" y="0"/>
                  <a:pt x="306090" y="1240"/>
                  <a:pt x="300881" y="3597"/>
                </a:cubicBezTo>
                <a:lnTo>
                  <a:pt x="67345" y="102691"/>
                </a:lnTo>
                <a:cubicBezTo>
                  <a:pt x="40060" y="114226"/>
                  <a:pt x="19720" y="141139"/>
                  <a:pt x="19844" y="173633"/>
                </a:cubicBezTo>
                <a:cubicBezTo>
                  <a:pt x="20464" y="296664"/>
                  <a:pt x="71065" y="521767"/>
                  <a:pt x="284758" y="624086"/>
                </a:cubicBezTo>
                <a:cubicBezTo>
                  <a:pt x="305470" y="634008"/>
                  <a:pt x="329530" y="634008"/>
                  <a:pt x="350242" y="624086"/>
                </a:cubicBezTo>
                <a:cubicBezTo>
                  <a:pt x="564059" y="521767"/>
                  <a:pt x="614660" y="296664"/>
                  <a:pt x="615156" y="173633"/>
                </a:cubicBezTo>
                <a:cubicBezTo>
                  <a:pt x="615280" y="141139"/>
                  <a:pt x="594940" y="114226"/>
                  <a:pt x="567655" y="102691"/>
                </a:cubicBezTo>
                <a:lnTo>
                  <a:pt x="334119" y="3597"/>
                </a:lnTo>
                <a:close/>
                <a:moveTo>
                  <a:pt x="309563" y="227583"/>
                </a:moveTo>
                <a:lnTo>
                  <a:pt x="317500" y="238125"/>
                </a:lnTo>
                <a:lnTo>
                  <a:pt x="325437" y="227583"/>
                </a:lnTo>
                <a:cubicBezTo>
                  <a:pt x="339204" y="209228"/>
                  <a:pt x="360784" y="198438"/>
                  <a:pt x="383604" y="198438"/>
                </a:cubicBezTo>
                <a:cubicBezTo>
                  <a:pt x="423788" y="198438"/>
                  <a:pt x="456406" y="231056"/>
                  <a:pt x="456406" y="271239"/>
                </a:cubicBezTo>
                <a:lnTo>
                  <a:pt x="456406" y="277813"/>
                </a:lnTo>
                <a:cubicBezTo>
                  <a:pt x="456406" y="338708"/>
                  <a:pt x="374799" y="399479"/>
                  <a:pt x="336724" y="424532"/>
                </a:cubicBezTo>
                <a:cubicBezTo>
                  <a:pt x="324941" y="432222"/>
                  <a:pt x="310059" y="432222"/>
                  <a:pt x="298400" y="424532"/>
                </a:cubicBezTo>
                <a:cubicBezTo>
                  <a:pt x="260325" y="399479"/>
                  <a:pt x="178718" y="338584"/>
                  <a:pt x="178718" y="277813"/>
                </a:cubicBezTo>
                <a:lnTo>
                  <a:pt x="178718" y="271239"/>
                </a:lnTo>
                <a:cubicBezTo>
                  <a:pt x="178718" y="231056"/>
                  <a:pt x="211336" y="198438"/>
                  <a:pt x="251520" y="198438"/>
                </a:cubicBezTo>
                <a:cubicBezTo>
                  <a:pt x="274464" y="198438"/>
                  <a:pt x="296044" y="209228"/>
                  <a:pt x="309687" y="22758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hlinkClick r:id="rId3" action="ppaction://hlinksldjump"/>
          </p:cNvPr>
          <p:cNvSpPr/>
          <p:nvPr/>
        </p:nvSpPr>
        <p:spPr>
          <a:xfrm>
            <a:off x="6667500" y="7960006"/>
            <a:ext cx="2921000" cy="792384"/>
          </a:xfrm>
          <a:prstGeom prst="roundRect">
            <a:avLst>
              <a:gd name="adj" fmla="val 30000"/>
            </a:avLst>
          </a:prstGeom>
          <a:solidFill>
            <a:srgbClr val="FFC107"/>
          </a:solidFill>
          <a:ln/>
        </p:spPr>
        <p:txBody>
          <a:bodyPr/>
          <a:lstStyle/>
          <a:p>
            <a:pPr algn="ctr"/>
            <a:r>
              <a:rPr lang="ar-EG" sz="4000" b="1" dirty="0"/>
              <a:t>انقر للأختبار</a:t>
            </a:r>
            <a:endParaRPr lang="en-US" sz="40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اختبر معلوماتك - السؤال الأول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4478000" y="381000"/>
            <a:ext cx="762000" cy="76200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478000" y="3810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1270000"/>
            <a:ext cx="14224000" cy="1905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A6B70"/>
              </a:gs>
              <a:gs pos="100000">
                <a:srgbClr val="0A8B91"/>
              </a:gs>
            </a:gsLst>
            <a:lin ang="81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4478000" y="152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4000" y="1460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ما هو "دماغ" الحاسب الآلي؟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0" y="2159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اختر الإجابة الصحيحة من الخيارات التالية: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00" y="3492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270000" y="3683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70000" y="3683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59000" y="3683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الشاشة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3492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36000" y="3683000"/>
            <a:ext cx="635000" cy="6350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36000" y="3683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525000" y="3683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المعالج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6000" y="4889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70000" y="5080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70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59000" y="5080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لوحة المفاتيح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82000" y="4889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636000" y="5080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36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525000" y="5080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الفأرة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16000" y="6286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E8F8E8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270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968500" y="6413500"/>
            <a:ext cx="565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0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أحسنت!</a:t>
            </a:r>
            <a:r>
              <a:rPr lang="en-US" sz="2000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المعالج هو الدماغ الذي يفكر ويحسب بسرعة فائقة!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82000" y="6286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636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334500" y="6413500"/>
            <a:ext cx="565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ليس بالضبط... تذكر: الدماغ هو الجزء الذي "يفكر" داخل الصندوق!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23000" y="8128000"/>
            <a:ext cx="3810000" cy="635000"/>
          </a:xfrm>
          <a:prstGeom prst="roundRect">
            <a:avLst>
              <a:gd name="adj" fmla="val 30000"/>
            </a:avLst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23000" y="8128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السؤال التالي ←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اختبر معلوماتك - السؤال الثاني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4478000" y="381000"/>
            <a:ext cx="762000" cy="76200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478000" y="3810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1270000"/>
            <a:ext cx="14224000" cy="1905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A6B70"/>
              </a:gs>
              <a:gs pos="100000">
                <a:srgbClr val="0A8B91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478000" y="152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4000" y="1460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أي من هذه الأجهزة تُستخدم للكتابة؟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0" y="2159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فكّر في الجهاز الذي فيه حروف وأرقام: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00" y="3492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70000" y="3683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70000" y="3683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59000" y="3683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الفأرة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3492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36000" y="3683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36000" y="3683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525000" y="3683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الشاشة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6000" y="4889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70000" y="5080000"/>
            <a:ext cx="635000" cy="6350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70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59000" y="5080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لوحة المفاتيح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82000" y="4889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636000" y="5080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36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525000" y="5080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الطابعة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16000" y="6286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E8F8E8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270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968500" y="6413500"/>
            <a:ext cx="565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0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ممتاز!</a:t>
            </a:r>
            <a:r>
              <a:rPr lang="en-US" sz="2000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لوحة المفاتيح هي أداة الكتابة الأساسية! أنت خبير!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82000" y="6286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636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334500" y="6413500"/>
            <a:ext cx="565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فكروا مجدداً... أي جهاز فيه حروف وأرقام نضغط عليها؟</a:t>
            </a:r>
            <a:endParaRPr lang="en-US" sz="1600" dirty="0"/>
          </a:p>
        </p:txBody>
      </p:sp>
      <p:sp>
        <p:nvSpPr>
          <p:cNvPr id="32" name="Shape 29">
            <a:hlinkClick r:id="rId3" action="ppaction://hlinksldjump"/>
          </p:cNvPr>
          <p:cNvSpPr/>
          <p:nvPr/>
        </p:nvSpPr>
        <p:spPr>
          <a:xfrm>
            <a:off x="6223000" y="8128000"/>
            <a:ext cx="3810000" cy="635000"/>
          </a:xfrm>
          <a:prstGeom prst="roundRect">
            <a:avLst>
              <a:gd name="adj" fmla="val 30000"/>
            </a:avLst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23000" y="8128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السؤال التالي ←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اختبر معلوماتك - السؤال الثالث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4478000" y="381000"/>
            <a:ext cx="762000" cy="76200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478000" y="3810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1270000"/>
            <a:ext cx="14224000" cy="1905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A6B70"/>
              </a:gs>
              <a:gs pos="100000">
                <a:srgbClr val="0A8B91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478000" y="152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4000" y="1460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ماذا نفعل قبل لمس الحاسب الآلي؟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0" y="2159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تذكر قواعد الأمان التي تعلمناها: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00" y="3492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70000" y="3683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70000" y="3683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59000" y="3683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نأكل سندويشة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3492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36000" y="3683000"/>
            <a:ext cx="635000" cy="6350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36000" y="3683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525000" y="3683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نغسل يدينا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6000" y="4889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70000" y="5080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70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59000" y="5080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نجري في الفصل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82000" y="4889500"/>
            <a:ext cx="685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636000" y="5080000"/>
            <a:ext cx="635000" cy="63500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36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525000" y="5080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ننام قليلاً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16000" y="6286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E8F8E8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270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968500" y="6413500"/>
            <a:ext cx="565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0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صحيح!</a:t>
            </a:r>
            <a:r>
              <a:rPr lang="en-US" sz="2000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النظافة أولاً! غسل اليدين يحمي الحاسب ويحمينا!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82000" y="6286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636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334500" y="6413500"/>
            <a:ext cx="565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فكروا في النظافة والعناية! ما الذي نفعله قبل لمس أشياء مهمة؟</a:t>
            </a:r>
            <a:endParaRPr lang="en-US" sz="1600" dirty="0"/>
          </a:p>
        </p:txBody>
      </p:sp>
      <p:sp>
        <p:nvSpPr>
          <p:cNvPr id="32" name="Shape 29">
            <a:hlinkClick r:id="rId3" action="ppaction://hlinksldjump"/>
          </p:cNvPr>
          <p:cNvSpPr/>
          <p:nvPr/>
        </p:nvSpPr>
        <p:spPr>
          <a:xfrm>
            <a:off x="5588000" y="8128000"/>
            <a:ext cx="5080000" cy="635000"/>
          </a:xfrm>
          <a:prstGeom prst="roundRect">
            <a:avLst>
              <a:gd name="adj" fmla="val 3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588000" y="8128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ar-EG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التالي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نصائح ذهبية للعناية بالحاسب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4572000" cy="292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873375" y="18415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238125" y="47625"/>
                </a:moveTo>
                <a:lnTo>
                  <a:pt x="238125" y="166688"/>
                </a:lnTo>
                <a:lnTo>
                  <a:pt x="428625" y="166688"/>
                </a:lnTo>
                <a:lnTo>
                  <a:pt x="428625" y="47625"/>
                </a:lnTo>
                <a:cubicBezTo>
                  <a:pt x="428625" y="21282"/>
                  <a:pt x="407343" y="0"/>
                  <a:pt x="381000" y="0"/>
                </a:cubicBezTo>
                <a:lnTo>
                  <a:pt x="285750" y="0"/>
                </a:lnTo>
                <a:cubicBezTo>
                  <a:pt x="259407" y="0"/>
                  <a:pt x="238125" y="21282"/>
                  <a:pt x="238125" y="47625"/>
                </a:cubicBezTo>
                <a:close/>
                <a:moveTo>
                  <a:pt x="238125" y="238125"/>
                </a:moveTo>
                <a:cubicBezTo>
                  <a:pt x="159246" y="238125"/>
                  <a:pt x="95250" y="302121"/>
                  <a:pt x="95250" y="381000"/>
                </a:cubicBezTo>
                <a:lnTo>
                  <a:pt x="95250" y="690563"/>
                </a:lnTo>
                <a:cubicBezTo>
                  <a:pt x="95250" y="730002"/>
                  <a:pt x="127248" y="762000"/>
                  <a:pt x="166688" y="762000"/>
                </a:cubicBezTo>
                <a:lnTo>
                  <a:pt x="500063" y="762000"/>
                </a:lnTo>
                <a:cubicBezTo>
                  <a:pt x="539502" y="762000"/>
                  <a:pt x="571500" y="730002"/>
                  <a:pt x="571500" y="690563"/>
                </a:cubicBezTo>
                <a:lnTo>
                  <a:pt x="571500" y="381000"/>
                </a:lnTo>
                <a:cubicBezTo>
                  <a:pt x="571500" y="302121"/>
                  <a:pt x="507504" y="238125"/>
                  <a:pt x="428625" y="238125"/>
                </a:cubicBezTo>
                <a:lnTo>
                  <a:pt x="238125" y="238125"/>
                </a:lnTo>
                <a:close/>
                <a:moveTo>
                  <a:pt x="333375" y="381000"/>
                </a:moveTo>
                <a:cubicBezTo>
                  <a:pt x="399087" y="381000"/>
                  <a:pt x="452438" y="434350"/>
                  <a:pt x="452438" y="500063"/>
                </a:cubicBezTo>
                <a:cubicBezTo>
                  <a:pt x="452438" y="565775"/>
                  <a:pt x="399087" y="619125"/>
                  <a:pt x="333375" y="619125"/>
                </a:cubicBezTo>
                <a:cubicBezTo>
                  <a:pt x="267663" y="619125"/>
                  <a:pt x="214313" y="565775"/>
                  <a:pt x="214313" y="500063"/>
                </a:cubicBezTo>
                <a:cubicBezTo>
                  <a:pt x="214313" y="434350"/>
                  <a:pt x="267663" y="381000"/>
                  <a:pt x="333375" y="381000"/>
                </a:cubicBezTo>
                <a:close/>
                <a:moveTo>
                  <a:pt x="666750" y="71438"/>
                </a:moveTo>
                <a:cubicBezTo>
                  <a:pt x="666750" y="69354"/>
                  <a:pt x="665262" y="66973"/>
                  <a:pt x="663476" y="66080"/>
                </a:cubicBezTo>
                <a:lnTo>
                  <a:pt x="619125" y="47625"/>
                </a:lnTo>
                <a:lnTo>
                  <a:pt x="600670" y="3274"/>
                </a:lnTo>
                <a:cubicBezTo>
                  <a:pt x="599777" y="1488"/>
                  <a:pt x="597396" y="0"/>
                  <a:pt x="595313" y="0"/>
                </a:cubicBezTo>
                <a:cubicBezTo>
                  <a:pt x="593229" y="0"/>
                  <a:pt x="590848" y="1488"/>
                  <a:pt x="589955" y="3274"/>
                </a:cubicBezTo>
                <a:lnTo>
                  <a:pt x="571500" y="47625"/>
                </a:lnTo>
                <a:lnTo>
                  <a:pt x="527149" y="66080"/>
                </a:lnTo>
                <a:cubicBezTo>
                  <a:pt x="525363" y="66973"/>
                  <a:pt x="523875" y="69354"/>
                  <a:pt x="523875" y="71438"/>
                </a:cubicBezTo>
                <a:cubicBezTo>
                  <a:pt x="523875" y="73521"/>
                  <a:pt x="525363" y="75902"/>
                  <a:pt x="527149" y="76795"/>
                </a:cubicBezTo>
                <a:lnTo>
                  <a:pt x="571500" y="95250"/>
                </a:lnTo>
                <a:lnTo>
                  <a:pt x="589955" y="139601"/>
                </a:lnTo>
                <a:cubicBezTo>
                  <a:pt x="590848" y="141387"/>
                  <a:pt x="593229" y="142875"/>
                  <a:pt x="595313" y="142875"/>
                </a:cubicBezTo>
                <a:cubicBezTo>
                  <a:pt x="597396" y="142875"/>
                  <a:pt x="599777" y="141387"/>
                  <a:pt x="600670" y="139601"/>
                </a:cubicBezTo>
                <a:lnTo>
                  <a:pt x="619125" y="95250"/>
                </a:lnTo>
                <a:lnTo>
                  <a:pt x="663476" y="76795"/>
                </a:lnTo>
                <a:cubicBezTo>
                  <a:pt x="665262" y="75902"/>
                  <a:pt x="666750" y="73521"/>
                  <a:pt x="666750" y="71438"/>
                </a:cubicBezTo>
                <a:close/>
                <a:moveTo>
                  <a:pt x="780455" y="139601"/>
                </a:moveTo>
                <a:cubicBezTo>
                  <a:pt x="781348" y="141387"/>
                  <a:pt x="783729" y="142875"/>
                  <a:pt x="785813" y="142875"/>
                </a:cubicBezTo>
                <a:cubicBezTo>
                  <a:pt x="787896" y="142875"/>
                  <a:pt x="790277" y="141387"/>
                  <a:pt x="791170" y="139601"/>
                </a:cubicBezTo>
                <a:lnTo>
                  <a:pt x="809625" y="95250"/>
                </a:lnTo>
                <a:lnTo>
                  <a:pt x="853976" y="76795"/>
                </a:lnTo>
                <a:cubicBezTo>
                  <a:pt x="855762" y="75902"/>
                  <a:pt x="857250" y="73521"/>
                  <a:pt x="857250" y="71438"/>
                </a:cubicBezTo>
                <a:cubicBezTo>
                  <a:pt x="857250" y="69354"/>
                  <a:pt x="855762" y="66973"/>
                  <a:pt x="853976" y="66080"/>
                </a:cubicBezTo>
                <a:lnTo>
                  <a:pt x="809625" y="47625"/>
                </a:lnTo>
                <a:lnTo>
                  <a:pt x="791170" y="3274"/>
                </a:lnTo>
                <a:cubicBezTo>
                  <a:pt x="790277" y="1488"/>
                  <a:pt x="787896" y="0"/>
                  <a:pt x="785813" y="0"/>
                </a:cubicBezTo>
                <a:cubicBezTo>
                  <a:pt x="783729" y="0"/>
                  <a:pt x="781348" y="1488"/>
                  <a:pt x="780455" y="3274"/>
                </a:cubicBezTo>
                <a:lnTo>
                  <a:pt x="762000" y="47625"/>
                </a:lnTo>
                <a:lnTo>
                  <a:pt x="717649" y="66080"/>
                </a:lnTo>
                <a:cubicBezTo>
                  <a:pt x="715863" y="66973"/>
                  <a:pt x="714375" y="69354"/>
                  <a:pt x="714375" y="71438"/>
                </a:cubicBezTo>
                <a:cubicBezTo>
                  <a:pt x="714375" y="73521"/>
                  <a:pt x="715863" y="75902"/>
                  <a:pt x="717649" y="76795"/>
                </a:cubicBezTo>
                <a:lnTo>
                  <a:pt x="762000" y="95250"/>
                </a:lnTo>
                <a:lnTo>
                  <a:pt x="780455" y="139601"/>
                </a:lnTo>
                <a:close/>
                <a:moveTo>
                  <a:pt x="791170" y="289024"/>
                </a:moveTo>
                <a:cubicBezTo>
                  <a:pt x="790277" y="287238"/>
                  <a:pt x="787896" y="285750"/>
                  <a:pt x="785813" y="285750"/>
                </a:cubicBezTo>
                <a:cubicBezTo>
                  <a:pt x="783729" y="285750"/>
                  <a:pt x="781348" y="287238"/>
                  <a:pt x="780455" y="289024"/>
                </a:cubicBezTo>
                <a:lnTo>
                  <a:pt x="762000" y="333375"/>
                </a:lnTo>
                <a:lnTo>
                  <a:pt x="717649" y="351830"/>
                </a:lnTo>
                <a:cubicBezTo>
                  <a:pt x="715863" y="352723"/>
                  <a:pt x="714375" y="355104"/>
                  <a:pt x="714375" y="357188"/>
                </a:cubicBezTo>
                <a:cubicBezTo>
                  <a:pt x="714375" y="359271"/>
                  <a:pt x="715863" y="361652"/>
                  <a:pt x="717649" y="362545"/>
                </a:cubicBezTo>
                <a:lnTo>
                  <a:pt x="762000" y="381000"/>
                </a:lnTo>
                <a:lnTo>
                  <a:pt x="780455" y="425351"/>
                </a:lnTo>
                <a:cubicBezTo>
                  <a:pt x="781348" y="427137"/>
                  <a:pt x="783729" y="428625"/>
                  <a:pt x="785813" y="428625"/>
                </a:cubicBezTo>
                <a:cubicBezTo>
                  <a:pt x="787896" y="428625"/>
                  <a:pt x="790277" y="427137"/>
                  <a:pt x="791170" y="425351"/>
                </a:cubicBezTo>
                <a:lnTo>
                  <a:pt x="809625" y="381000"/>
                </a:lnTo>
                <a:lnTo>
                  <a:pt x="853976" y="362545"/>
                </a:lnTo>
                <a:cubicBezTo>
                  <a:pt x="855762" y="361652"/>
                  <a:pt x="857250" y="359271"/>
                  <a:pt x="857250" y="357188"/>
                </a:cubicBezTo>
                <a:cubicBezTo>
                  <a:pt x="857250" y="355104"/>
                  <a:pt x="855762" y="352723"/>
                  <a:pt x="853976" y="351830"/>
                </a:cubicBezTo>
                <a:lnTo>
                  <a:pt x="809625" y="333375"/>
                </a:lnTo>
                <a:lnTo>
                  <a:pt x="791170" y="289024"/>
                </a:lnTo>
                <a:close/>
                <a:moveTo>
                  <a:pt x="762000" y="214313"/>
                </a:moveTo>
                <a:cubicBezTo>
                  <a:pt x="762000" y="212229"/>
                  <a:pt x="760512" y="209848"/>
                  <a:pt x="758726" y="208955"/>
                </a:cubicBezTo>
                <a:lnTo>
                  <a:pt x="714375" y="190500"/>
                </a:lnTo>
                <a:lnTo>
                  <a:pt x="695920" y="146149"/>
                </a:lnTo>
                <a:cubicBezTo>
                  <a:pt x="695027" y="144363"/>
                  <a:pt x="692646" y="142875"/>
                  <a:pt x="690563" y="142875"/>
                </a:cubicBezTo>
                <a:cubicBezTo>
                  <a:pt x="688479" y="142875"/>
                  <a:pt x="686098" y="144363"/>
                  <a:pt x="685205" y="146149"/>
                </a:cubicBezTo>
                <a:lnTo>
                  <a:pt x="666750" y="190500"/>
                </a:lnTo>
                <a:lnTo>
                  <a:pt x="622399" y="208955"/>
                </a:lnTo>
                <a:cubicBezTo>
                  <a:pt x="620613" y="209848"/>
                  <a:pt x="619125" y="212229"/>
                  <a:pt x="619125" y="214313"/>
                </a:cubicBezTo>
                <a:cubicBezTo>
                  <a:pt x="619125" y="216396"/>
                  <a:pt x="620613" y="218777"/>
                  <a:pt x="622399" y="219670"/>
                </a:cubicBezTo>
                <a:lnTo>
                  <a:pt x="666750" y="238125"/>
                </a:lnTo>
                <a:lnTo>
                  <a:pt x="685205" y="282476"/>
                </a:lnTo>
                <a:cubicBezTo>
                  <a:pt x="686098" y="284262"/>
                  <a:pt x="688479" y="285750"/>
                  <a:pt x="690563" y="285750"/>
                </a:cubicBezTo>
                <a:cubicBezTo>
                  <a:pt x="692646" y="285750"/>
                  <a:pt x="695027" y="284262"/>
                  <a:pt x="695920" y="282476"/>
                </a:cubicBezTo>
                <a:lnTo>
                  <a:pt x="714375" y="238125"/>
                </a:lnTo>
                <a:lnTo>
                  <a:pt x="758726" y="219670"/>
                </a:lnTo>
                <a:cubicBezTo>
                  <a:pt x="760512" y="218777"/>
                  <a:pt x="762000" y="216396"/>
                  <a:pt x="762000" y="214313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70000" y="2730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نظف بلطف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" y="33020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نظف الشاشة بقماشة ناعمة فقط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 تستخدم الماء مباشرة!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42000" y="1587500"/>
            <a:ext cx="4572000" cy="292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47000" y="1841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33375" y="142875"/>
                </a:moveTo>
                <a:cubicBezTo>
                  <a:pt x="333375" y="116590"/>
                  <a:pt x="354715" y="95250"/>
                  <a:pt x="381000" y="95250"/>
                </a:cubicBezTo>
                <a:cubicBezTo>
                  <a:pt x="407285" y="95250"/>
                  <a:pt x="428625" y="116590"/>
                  <a:pt x="428625" y="142875"/>
                </a:cubicBezTo>
                <a:cubicBezTo>
                  <a:pt x="428625" y="169160"/>
                  <a:pt x="407285" y="190500"/>
                  <a:pt x="381000" y="190500"/>
                </a:cubicBezTo>
                <a:cubicBezTo>
                  <a:pt x="354715" y="190500"/>
                  <a:pt x="333375" y="169160"/>
                  <a:pt x="333375" y="142875"/>
                </a:cubicBezTo>
                <a:close/>
                <a:moveTo>
                  <a:pt x="515689" y="190500"/>
                </a:moveTo>
                <a:cubicBezTo>
                  <a:pt x="520898" y="175617"/>
                  <a:pt x="523875" y="159544"/>
                  <a:pt x="523875" y="142875"/>
                </a:cubicBezTo>
                <a:cubicBezTo>
                  <a:pt x="523875" y="63996"/>
                  <a:pt x="459879" y="0"/>
                  <a:pt x="381000" y="0"/>
                </a:cubicBezTo>
                <a:cubicBezTo>
                  <a:pt x="302121" y="0"/>
                  <a:pt x="238125" y="63996"/>
                  <a:pt x="238125" y="142875"/>
                </a:cubicBezTo>
                <a:cubicBezTo>
                  <a:pt x="238125" y="159544"/>
                  <a:pt x="240953" y="175617"/>
                  <a:pt x="246311" y="190500"/>
                </a:cubicBezTo>
                <a:lnTo>
                  <a:pt x="213866" y="190500"/>
                </a:lnTo>
                <a:cubicBezTo>
                  <a:pt x="171748" y="190500"/>
                  <a:pt x="134689" y="218033"/>
                  <a:pt x="122634" y="258366"/>
                </a:cubicBezTo>
                <a:lnTo>
                  <a:pt x="3572" y="655141"/>
                </a:lnTo>
                <a:cubicBezTo>
                  <a:pt x="1191" y="662880"/>
                  <a:pt x="0" y="670917"/>
                  <a:pt x="0" y="678954"/>
                </a:cubicBezTo>
                <a:cubicBezTo>
                  <a:pt x="0" y="724793"/>
                  <a:pt x="37207" y="762000"/>
                  <a:pt x="83046" y="762000"/>
                </a:cubicBezTo>
                <a:lnTo>
                  <a:pt x="678954" y="762000"/>
                </a:lnTo>
                <a:cubicBezTo>
                  <a:pt x="724793" y="762000"/>
                  <a:pt x="762000" y="724793"/>
                  <a:pt x="762000" y="678954"/>
                </a:cubicBezTo>
                <a:cubicBezTo>
                  <a:pt x="762000" y="670917"/>
                  <a:pt x="760809" y="662880"/>
                  <a:pt x="758428" y="655141"/>
                </a:cubicBezTo>
                <a:lnTo>
                  <a:pt x="639366" y="258514"/>
                </a:lnTo>
                <a:cubicBezTo>
                  <a:pt x="627311" y="218182"/>
                  <a:pt x="590252" y="190649"/>
                  <a:pt x="548134" y="190649"/>
                </a:cubicBezTo>
                <a:lnTo>
                  <a:pt x="515689" y="190649"/>
                </a:ln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96000" y="273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 أوزان ثقيلة!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6000" y="3556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 تضع أشياء ثقيلة على الحاسب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يحمي الشاشة من الكسر!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668000" y="1587500"/>
            <a:ext cx="4572000" cy="292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2573000" y="1841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28625" y="0"/>
                </a:moveTo>
                <a:cubicBezTo>
                  <a:pt x="428625" y="-26343"/>
                  <a:pt x="407343" y="-47625"/>
                  <a:pt x="381000" y="-47625"/>
                </a:cubicBezTo>
                <a:cubicBezTo>
                  <a:pt x="354657" y="-47625"/>
                  <a:pt x="333375" y="-26343"/>
                  <a:pt x="333375" y="0"/>
                </a:cubicBezTo>
                <a:lnTo>
                  <a:pt x="333375" y="381000"/>
                </a:lnTo>
                <a:cubicBezTo>
                  <a:pt x="333375" y="407343"/>
                  <a:pt x="354657" y="428625"/>
                  <a:pt x="381000" y="428625"/>
                </a:cubicBezTo>
                <a:cubicBezTo>
                  <a:pt x="407343" y="428625"/>
                  <a:pt x="428625" y="407343"/>
                  <a:pt x="428625" y="381000"/>
                </a:cubicBezTo>
                <a:lnTo>
                  <a:pt x="428625" y="0"/>
                </a:lnTo>
                <a:close/>
                <a:moveTo>
                  <a:pt x="217736" y="146447"/>
                </a:moveTo>
                <a:cubicBezTo>
                  <a:pt x="239316" y="131415"/>
                  <a:pt x="244525" y="101650"/>
                  <a:pt x="229493" y="80070"/>
                </a:cubicBezTo>
                <a:cubicBezTo>
                  <a:pt x="214461" y="58489"/>
                  <a:pt x="184696" y="53280"/>
                  <a:pt x="163116" y="68312"/>
                </a:cubicBezTo>
                <a:cubicBezTo>
                  <a:pt x="64591" y="137071"/>
                  <a:pt x="0" y="251520"/>
                  <a:pt x="0" y="381000"/>
                </a:cubicBezTo>
                <a:cubicBezTo>
                  <a:pt x="0" y="591443"/>
                  <a:pt x="170557" y="762000"/>
                  <a:pt x="381000" y="762000"/>
                </a:cubicBezTo>
                <a:cubicBezTo>
                  <a:pt x="591443" y="762000"/>
                  <a:pt x="762000" y="591443"/>
                  <a:pt x="762000" y="381000"/>
                </a:cubicBezTo>
                <a:cubicBezTo>
                  <a:pt x="762000" y="251520"/>
                  <a:pt x="697409" y="137071"/>
                  <a:pt x="598736" y="68312"/>
                </a:cubicBezTo>
                <a:cubicBezTo>
                  <a:pt x="577155" y="53280"/>
                  <a:pt x="547539" y="58489"/>
                  <a:pt x="532358" y="80070"/>
                </a:cubicBezTo>
                <a:cubicBezTo>
                  <a:pt x="517178" y="101650"/>
                  <a:pt x="522536" y="131266"/>
                  <a:pt x="544116" y="146447"/>
                </a:cubicBezTo>
                <a:cubicBezTo>
                  <a:pt x="618232" y="198239"/>
                  <a:pt x="666601" y="283964"/>
                  <a:pt x="666601" y="381000"/>
                </a:cubicBezTo>
                <a:cubicBezTo>
                  <a:pt x="666601" y="538758"/>
                  <a:pt x="538609" y="666750"/>
                  <a:pt x="380851" y="666750"/>
                </a:cubicBezTo>
                <a:cubicBezTo>
                  <a:pt x="223093" y="666750"/>
                  <a:pt x="95250" y="538758"/>
                  <a:pt x="95250" y="381000"/>
                </a:cubicBezTo>
                <a:cubicBezTo>
                  <a:pt x="95250" y="283964"/>
                  <a:pt x="143619" y="198090"/>
                  <a:pt x="217736" y="146447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22000" y="273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C1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اطفئ بعد الانتهاء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22000" y="3556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اطفئ الحاسب بعد الانتهاء منه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 تتركه نائماً طويلاً!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6000" y="4826000"/>
            <a:ext cx="6858000" cy="266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857625" y="5080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571500" y="714375"/>
                </a:lnTo>
                <a:cubicBezTo>
                  <a:pt x="624036" y="714375"/>
                  <a:pt x="666750" y="671661"/>
                  <a:pt x="666750" y="619125"/>
                </a:cubicBezTo>
                <a:lnTo>
                  <a:pt x="666750" y="257919"/>
                </a:lnTo>
                <a:cubicBezTo>
                  <a:pt x="666750" y="232618"/>
                  <a:pt x="656779" y="208359"/>
                  <a:pt x="638919" y="190500"/>
                </a:cubicBezTo>
                <a:lnTo>
                  <a:pt x="523875" y="75456"/>
                </a:lnTo>
                <a:cubicBezTo>
                  <a:pt x="506016" y="57596"/>
                  <a:pt x="481757" y="47625"/>
                  <a:pt x="456456" y="47625"/>
                </a:cubicBezTo>
                <a:lnTo>
                  <a:pt x="95250" y="47625"/>
                </a:lnTo>
                <a:close/>
                <a:moveTo>
                  <a:pt x="142875" y="190500"/>
                </a:moveTo>
                <a:cubicBezTo>
                  <a:pt x="142875" y="164157"/>
                  <a:pt x="164157" y="142875"/>
                  <a:pt x="190500" y="142875"/>
                </a:cubicBezTo>
                <a:lnTo>
                  <a:pt x="428625" y="142875"/>
                </a:lnTo>
                <a:cubicBezTo>
                  <a:pt x="454968" y="142875"/>
                  <a:pt x="476250" y="164157"/>
                  <a:pt x="476250" y="190500"/>
                </a:cubicBezTo>
                <a:lnTo>
                  <a:pt x="476250" y="285750"/>
                </a:lnTo>
                <a:cubicBezTo>
                  <a:pt x="476250" y="312093"/>
                  <a:pt x="454968" y="333375"/>
                  <a:pt x="428625" y="333375"/>
                </a:cubicBezTo>
                <a:lnTo>
                  <a:pt x="190500" y="333375"/>
                </a:lnTo>
                <a:cubicBezTo>
                  <a:pt x="164157" y="333375"/>
                  <a:pt x="142875" y="312093"/>
                  <a:pt x="142875" y="285750"/>
                </a:cubicBezTo>
                <a:lnTo>
                  <a:pt x="142875" y="190500"/>
                </a:lnTo>
                <a:close/>
                <a:moveTo>
                  <a:pt x="333375" y="428625"/>
                </a:moveTo>
                <a:cubicBezTo>
                  <a:pt x="385945" y="428625"/>
                  <a:pt x="428625" y="471305"/>
                  <a:pt x="428625" y="523875"/>
                </a:cubicBezTo>
                <a:cubicBezTo>
                  <a:pt x="428625" y="576445"/>
                  <a:pt x="385945" y="619125"/>
                  <a:pt x="333375" y="619125"/>
                </a:cubicBezTo>
                <a:cubicBezTo>
                  <a:pt x="280805" y="619125"/>
                  <a:pt x="238125" y="576445"/>
                  <a:pt x="238125" y="523875"/>
                </a:cubicBezTo>
                <a:cubicBezTo>
                  <a:pt x="238125" y="471305"/>
                  <a:pt x="280805" y="428625"/>
                  <a:pt x="333375" y="428625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524000" y="5969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احفظ ملفاتك دائماً!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24000" y="6540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احفظ عملك قبل إغلاق البرامج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Ctrl+S = الحفظ السريع!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4826000"/>
            <a:ext cx="6858000" cy="2667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1080750" y="5080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190500" y="142875"/>
                </a:moveTo>
                <a:cubicBezTo>
                  <a:pt x="190500" y="90339"/>
                  <a:pt x="233214" y="47625"/>
                  <a:pt x="285750" y="47625"/>
                </a:cubicBezTo>
                <a:lnTo>
                  <a:pt x="809625" y="47625"/>
                </a:lnTo>
                <a:cubicBezTo>
                  <a:pt x="862161" y="47625"/>
                  <a:pt x="904875" y="90339"/>
                  <a:pt x="904875" y="142875"/>
                </a:cubicBezTo>
                <a:lnTo>
                  <a:pt x="904875" y="500063"/>
                </a:lnTo>
                <a:lnTo>
                  <a:pt x="762000" y="500063"/>
                </a:lnTo>
                <a:lnTo>
                  <a:pt x="762000" y="476250"/>
                </a:lnTo>
                <a:cubicBezTo>
                  <a:pt x="762000" y="449907"/>
                  <a:pt x="740718" y="428625"/>
                  <a:pt x="714375" y="428625"/>
                </a:cubicBezTo>
                <a:lnTo>
                  <a:pt x="619125" y="428625"/>
                </a:lnTo>
                <a:cubicBezTo>
                  <a:pt x="592782" y="428625"/>
                  <a:pt x="571500" y="449907"/>
                  <a:pt x="571500" y="476250"/>
                </a:cubicBezTo>
                <a:lnTo>
                  <a:pt x="571500" y="500063"/>
                </a:lnTo>
                <a:lnTo>
                  <a:pt x="379363" y="500063"/>
                </a:lnTo>
                <a:cubicBezTo>
                  <a:pt x="395585" y="472083"/>
                  <a:pt x="404813" y="439489"/>
                  <a:pt x="404813" y="404813"/>
                </a:cubicBezTo>
                <a:cubicBezTo>
                  <a:pt x="404813" y="299591"/>
                  <a:pt x="319534" y="214313"/>
                  <a:pt x="214313" y="214313"/>
                </a:cubicBezTo>
                <a:cubicBezTo>
                  <a:pt x="206276" y="214313"/>
                  <a:pt x="198239" y="214759"/>
                  <a:pt x="190500" y="215801"/>
                </a:cubicBezTo>
                <a:lnTo>
                  <a:pt x="190500" y="142875"/>
                </a:lnTo>
                <a:close/>
                <a:moveTo>
                  <a:pt x="495598" y="666750"/>
                </a:moveTo>
                <a:cubicBezTo>
                  <a:pt x="488007" y="630734"/>
                  <a:pt x="471339" y="598140"/>
                  <a:pt x="447824" y="571500"/>
                </a:cubicBezTo>
                <a:lnTo>
                  <a:pt x="904875" y="571500"/>
                </a:lnTo>
                <a:cubicBezTo>
                  <a:pt x="904875" y="624036"/>
                  <a:pt x="862161" y="666750"/>
                  <a:pt x="809625" y="666750"/>
                </a:cubicBezTo>
                <a:lnTo>
                  <a:pt x="495598" y="666750"/>
                </a:lnTo>
                <a:close/>
                <a:moveTo>
                  <a:pt x="95250" y="404813"/>
                </a:moveTo>
                <a:cubicBezTo>
                  <a:pt x="95250" y="339100"/>
                  <a:pt x="148600" y="285750"/>
                  <a:pt x="214312" y="285750"/>
                </a:cubicBezTo>
                <a:cubicBezTo>
                  <a:pt x="280025" y="285750"/>
                  <a:pt x="333375" y="339100"/>
                  <a:pt x="333375" y="404813"/>
                </a:cubicBezTo>
                <a:cubicBezTo>
                  <a:pt x="333375" y="470525"/>
                  <a:pt x="280025" y="523875"/>
                  <a:pt x="214313" y="523875"/>
                </a:cubicBezTo>
                <a:cubicBezTo>
                  <a:pt x="148600" y="523875"/>
                  <a:pt x="95250" y="470525"/>
                  <a:pt x="95250" y="404813"/>
                </a:cubicBezTo>
                <a:close/>
                <a:moveTo>
                  <a:pt x="0" y="714375"/>
                </a:moveTo>
                <a:cubicBezTo>
                  <a:pt x="0" y="635496"/>
                  <a:pt x="63996" y="571500"/>
                  <a:pt x="142875" y="571500"/>
                </a:cubicBezTo>
                <a:lnTo>
                  <a:pt x="285750" y="571500"/>
                </a:lnTo>
                <a:cubicBezTo>
                  <a:pt x="364629" y="571500"/>
                  <a:pt x="428625" y="635496"/>
                  <a:pt x="428625" y="714375"/>
                </a:cubicBezTo>
                <a:cubicBezTo>
                  <a:pt x="428625" y="740718"/>
                  <a:pt x="407343" y="762000"/>
                  <a:pt x="381000" y="762000"/>
                </a:cubicBezTo>
                <a:lnTo>
                  <a:pt x="47625" y="762000"/>
                </a:lnTo>
                <a:cubicBezTo>
                  <a:pt x="21282" y="762000"/>
                  <a:pt x="0" y="740718"/>
                  <a:pt x="0" y="714375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90000" y="5969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6C7A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اسأل المعلم!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90000" y="6540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اسأل المعلم إذا لم تفهم شيئاً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 تخف من الأسئلة!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16000" y="7747000"/>
            <a:ext cx="14224000" cy="762000"/>
          </a:xfrm>
          <a:prstGeom prst="roundRect">
            <a:avLst>
              <a:gd name="adj" fmla="val 8000"/>
            </a:avLst>
          </a:prstGeom>
          <a:solidFill>
            <a:srgbClr val="FFF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4454188" y="7937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524000" y="7848600"/>
            <a:ext cx="1270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تفاعل: اضغط على كل نصيحة لتظهر صورة توضيحية مصاحبة!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نشاط تفاعلي - اضغط لتكتشف!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016000" y="10795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اضغط على كل صورة لتعرف اسم الجهاز ووظيفته!</a:t>
            </a:r>
            <a:endParaRPr lang="en-US" sz="1600" dirty="0"/>
          </a:p>
        </p:txBody>
      </p:sp>
      <p:sp>
        <p:nvSpPr>
          <p:cNvPr id="5" name="Shape 2">
            <a:hlinkClick r:id="rId3" action="ppaction://hlinksldjump"/>
          </p:cNvPr>
          <p:cNvSpPr/>
          <p:nvPr/>
        </p:nvSpPr>
        <p:spPr>
          <a:xfrm>
            <a:off x="1016000" y="1778000"/>
            <a:ext cx="6858000" cy="304800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25400">
            <a:solidFill>
              <a:srgbClr val="0A6B70"/>
            </a:solidFill>
            <a:prstDash val="solid"/>
          </a:ln>
          <a:effectLst>
            <a:outerShdw blurRad="254000" dist="76200" dir="5400000" algn="bl" rotWithShape="0">
              <a:srgbClr val="000000">
                <a:alpha val="705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492500" y="2159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127000" y="127000"/>
                </a:moveTo>
                <a:cubicBezTo>
                  <a:pt x="56952" y="127000"/>
                  <a:pt x="0" y="183952"/>
                  <a:pt x="0" y="254000"/>
                </a:cubicBezTo>
                <a:lnTo>
                  <a:pt x="0" y="762000"/>
                </a:lnTo>
                <a:cubicBezTo>
                  <a:pt x="0" y="832048"/>
                  <a:pt x="56952" y="889000"/>
                  <a:pt x="127000" y="889000"/>
                </a:cubicBezTo>
                <a:lnTo>
                  <a:pt x="1016000" y="889000"/>
                </a:lnTo>
                <a:cubicBezTo>
                  <a:pt x="1086048" y="889000"/>
                  <a:pt x="1143000" y="832048"/>
                  <a:pt x="1143000" y="762000"/>
                </a:cubicBezTo>
                <a:lnTo>
                  <a:pt x="1143000" y="254000"/>
                </a:lnTo>
                <a:cubicBezTo>
                  <a:pt x="1143000" y="183952"/>
                  <a:pt x="1086048" y="127000"/>
                  <a:pt x="1016000" y="127000"/>
                </a:cubicBezTo>
                <a:lnTo>
                  <a:pt x="127000" y="127000"/>
                </a:lnTo>
                <a:close/>
                <a:moveTo>
                  <a:pt x="158750" y="254000"/>
                </a:moveTo>
                <a:lnTo>
                  <a:pt x="222250" y="254000"/>
                </a:lnTo>
                <a:cubicBezTo>
                  <a:pt x="239713" y="254000"/>
                  <a:pt x="254000" y="268287"/>
                  <a:pt x="254000" y="285750"/>
                </a:cubicBezTo>
                <a:lnTo>
                  <a:pt x="254000" y="349250"/>
                </a:lnTo>
                <a:cubicBezTo>
                  <a:pt x="254000" y="366713"/>
                  <a:pt x="239713" y="381000"/>
                  <a:pt x="222250" y="381000"/>
                </a:cubicBezTo>
                <a:lnTo>
                  <a:pt x="158750" y="381000"/>
                </a:lnTo>
                <a:cubicBezTo>
                  <a:pt x="141288" y="381000"/>
                  <a:pt x="127000" y="366713"/>
                  <a:pt x="127000" y="349250"/>
                </a:cubicBezTo>
                <a:lnTo>
                  <a:pt x="127000" y="285750"/>
                </a:lnTo>
                <a:cubicBezTo>
                  <a:pt x="127000" y="268287"/>
                  <a:pt x="141288" y="254000"/>
                  <a:pt x="158750" y="254000"/>
                </a:cubicBezTo>
                <a:close/>
                <a:moveTo>
                  <a:pt x="127000" y="476250"/>
                </a:moveTo>
                <a:cubicBezTo>
                  <a:pt x="127000" y="458787"/>
                  <a:pt x="141288" y="444500"/>
                  <a:pt x="158750" y="444500"/>
                </a:cubicBezTo>
                <a:lnTo>
                  <a:pt x="222250" y="444500"/>
                </a:lnTo>
                <a:cubicBezTo>
                  <a:pt x="239713" y="444500"/>
                  <a:pt x="254000" y="458787"/>
                  <a:pt x="254000" y="476250"/>
                </a:cubicBezTo>
                <a:lnTo>
                  <a:pt x="254000" y="539750"/>
                </a:lnTo>
                <a:cubicBezTo>
                  <a:pt x="254000" y="557213"/>
                  <a:pt x="239713" y="571500"/>
                  <a:pt x="222250" y="571500"/>
                </a:cubicBezTo>
                <a:lnTo>
                  <a:pt x="158750" y="571500"/>
                </a:lnTo>
                <a:cubicBezTo>
                  <a:pt x="141288" y="571500"/>
                  <a:pt x="127000" y="557213"/>
                  <a:pt x="127000" y="539750"/>
                </a:cubicBezTo>
                <a:lnTo>
                  <a:pt x="127000" y="476250"/>
                </a:lnTo>
                <a:close/>
                <a:moveTo>
                  <a:pt x="349250" y="254000"/>
                </a:moveTo>
                <a:lnTo>
                  <a:pt x="412750" y="254000"/>
                </a:lnTo>
                <a:cubicBezTo>
                  <a:pt x="430213" y="254000"/>
                  <a:pt x="444500" y="268287"/>
                  <a:pt x="444500" y="285750"/>
                </a:cubicBezTo>
                <a:lnTo>
                  <a:pt x="444500" y="349250"/>
                </a:lnTo>
                <a:cubicBezTo>
                  <a:pt x="444500" y="366713"/>
                  <a:pt x="430213" y="381000"/>
                  <a:pt x="412750" y="381000"/>
                </a:cubicBezTo>
                <a:lnTo>
                  <a:pt x="349250" y="381000"/>
                </a:lnTo>
                <a:cubicBezTo>
                  <a:pt x="331788" y="381000"/>
                  <a:pt x="317500" y="366713"/>
                  <a:pt x="317500" y="349250"/>
                </a:cubicBezTo>
                <a:lnTo>
                  <a:pt x="317500" y="285750"/>
                </a:lnTo>
                <a:cubicBezTo>
                  <a:pt x="317500" y="268287"/>
                  <a:pt x="331788" y="254000"/>
                  <a:pt x="349250" y="254000"/>
                </a:cubicBezTo>
                <a:close/>
                <a:moveTo>
                  <a:pt x="317500" y="476250"/>
                </a:moveTo>
                <a:cubicBezTo>
                  <a:pt x="317500" y="458787"/>
                  <a:pt x="331788" y="444500"/>
                  <a:pt x="349250" y="444500"/>
                </a:cubicBezTo>
                <a:lnTo>
                  <a:pt x="412750" y="444500"/>
                </a:lnTo>
                <a:cubicBezTo>
                  <a:pt x="430213" y="444500"/>
                  <a:pt x="444500" y="458787"/>
                  <a:pt x="444500" y="476250"/>
                </a:cubicBezTo>
                <a:lnTo>
                  <a:pt x="444500" y="539750"/>
                </a:lnTo>
                <a:cubicBezTo>
                  <a:pt x="444500" y="557213"/>
                  <a:pt x="430213" y="571500"/>
                  <a:pt x="412750" y="571500"/>
                </a:cubicBezTo>
                <a:lnTo>
                  <a:pt x="349250" y="571500"/>
                </a:lnTo>
                <a:cubicBezTo>
                  <a:pt x="331788" y="571500"/>
                  <a:pt x="317500" y="557213"/>
                  <a:pt x="317500" y="539750"/>
                </a:cubicBezTo>
                <a:lnTo>
                  <a:pt x="317500" y="476250"/>
                </a:lnTo>
                <a:close/>
                <a:moveTo>
                  <a:pt x="349250" y="635000"/>
                </a:moveTo>
                <a:lnTo>
                  <a:pt x="793750" y="635000"/>
                </a:lnTo>
                <a:cubicBezTo>
                  <a:pt x="811213" y="635000"/>
                  <a:pt x="825500" y="649288"/>
                  <a:pt x="825500" y="666750"/>
                </a:cubicBezTo>
                <a:lnTo>
                  <a:pt x="825500" y="730250"/>
                </a:lnTo>
                <a:cubicBezTo>
                  <a:pt x="825500" y="747713"/>
                  <a:pt x="811213" y="762000"/>
                  <a:pt x="793750" y="762000"/>
                </a:cubicBezTo>
                <a:lnTo>
                  <a:pt x="349250" y="762000"/>
                </a:lnTo>
                <a:cubicBezTo>
                  <a:pt x="331788" y="762000"/>
                  <a:pt x="317500" y="747713"/>
                  <a:pt x="317500" y="730250"/>
                </a:cubicBezTo>
                <a:lnTo>
                  <a:pt x="317500" y="666750"/>
                </a:lnTo>
                <a:cubicBezTo>
                  <a:pt x="317500" y="649288"/>
                  <a:pt x="331788" y="635000"/>
                  <a:pt x="349250" y="635000"/>
                </a:cubicBezTo>
                <a:close/>
                <a:moveTo>
                  <a:pt x="508000" y="285750"/>
                </a:moveTo>
                <a:cubicBezTo>
                  <a:pt x="508000" y="268287"/>
                  <a:pt x="522288" y="254000"/>
                  <a:pt x="539750" y="254000"/>
                </a:cubicBezTo>
                <a:lnTo>
                  <a:pt x="603250" y="254000"/>
                </a:lnTo>
                <a:cubicBezTo>
                  <a:pt x="620713" y="254000"/>
                  <a:pt x="635000" y="268287"/>
                  <a:pt x="635000" y="285750"/>
                </a:cubicBezTo>
                <a:lnTo>
                  <a:pt x="635000" y="349250"/>
                </a:lnTo>
                <a:cubicBezTo>
                  <a:pt x="635000" y="366713"/>
                  <a:pt x="620713" y="381000"/>
                  <a:pt x="603250" y="381000"/>
                </a:cubicBezTo>
                <a:lnTo>
                  <a:pt x="539750" y="381000"/>
                </a:lnTo>
                <a:cubicBezTo>
                  <a:pt x="522288" y="381000"/>
                  <a:pt x="508000" y="366713"/>
                  <a:pt x="508000" y="349250"/>
                </a:cubicBezTo>
                <a:lnTo>
                  <a:pt x="508000" y="285750"/>
                </a:lnTo>
                <a:close/>
                <a:moveTo>
                  <a:pt x="539750" y="444500"/>
                </a:moveTo>
                <a:lnTo>
                  <a:pt x="603250" y="444500"/>
                </a:lnTo>
                <a:cubicBezTo>
                  <a:pt x="620713" y="444500"/>
                  <a:pt x="635000" y="458787"/>
                  <a:pt x="635000" y="476250"/>
                </a:cubicBezTo>
                <a:lnTo>
                  <a:pt x="635000" y="539750"/>
                </a:lnTo>
                <a:cubicBezTo>
                  <a:pt x="635000" y="557213"/>
                  <a:pt x="620713" y="571500"/>
                  <a:pt x="603250" y="571500"/>
                </a:cubicBezTo>
                <a:lnTo>
                  <a:pt x="539750" y="571500"/>
                </a:lnTo>
                <a:cubicBezTo>
                  <a:pt x="522288" y="571500"/>
                  <a:pt x="508000" y="557213"/>
                  <a:pt x="508000" y="539750"/>
                </a:cubicBezTo>
                <a:lnTo>
                  <a:pt x="508000" y="476250"/>
                </a:lnTo>
                <a:cubicBezTo>
                  <a:pt x="508000" y="458787"/>
                  <a:pt x="522288" y="444500"/>
                  <a:pt x="539750" y="444500"/>
                </a:cubicBezTo>
                <a:close/>
                <a:moveTo>
                  <a:pt x="698500" y="285750"/>
                </a:moveTo>
                <a:cubicBezTo>
                  <a:pt x="698500" y="268287"/>
                  <a:pt x="712788" y="254000"/>
                  <a:pt x="730250" y="254000"/>
                </a:cubicBezTo>
                <a:lnTo>
                  <a:pt x="793750" y="254000"/>
                </a:lnTo>
                <a:cubicBezTo>
                  <a:pt x="811213" y="254000"/>
                  <a:pt x="825500" y="268287"/>
                  <a:pt x="825500" y="285750"/>
                </a:cubicBezTo>
                <a:lnTo>
                  <a:pt x="825500" y="349250"/>
                </a:lnTo>
                <a:cubicBezTo>
                  <a:pt x="825500" y="366713"/>
                  <a:pt x="811213" y="381000"/>
                  <a:pt x="793750" y="381000"/>
                </a:cubicBezTo>
                <a:lnTo>
                  <a:pt x="730250" y="381000"/>
                </a:lnTo>
                <a:cubicBezTo>
                  <a:pt x="712788" y="381000"/>
                  <a:pt x="698500" y="366713"/>
                  <a:pt x="698500" y="349250"/>
                </a:cubicBezTo>
                <a:lnTo>
                  <a:pt x="698500" y="285750"/>
                </a:lnTo>
                <a:close/>
                <a:moveTo>
                  <a:pt x="730250" y="444500"/>
                </a:moveTo>
                <a:lnTo>
                  <a:pt x="793750" y="444500"/>
                </a:lnTo>
                <a:cubicBezTo>
                  <a:pt x="811213" y="444500"/>
                  <a:pt x="825500" y="458787"/>
                  <a:pt x="825500" y="476250"/>
                </a:cubicBezTo>
                <a:lnTo>
                  <a:pt x="825500" y="539750"/>
                </a:lnTo>
                <a:cubicBezTo>
                  <a:pt x="825500" y="557213"/>
                  <a:pt x="811213" y="571500"/>
                  <a:pt x="793750" y="571500"/>
                </a:cubicBezTo>
                <a:lnTo>
                  <a:pt x="730250" y="571500"/>
                </a:lnTo>
                <a:cubicBezTo>
                  <a:pt x="712788" y="571500"/>
                  <a:pt x="698500" y="557213"/>
                  <a:pt x="698500" y="539750"/>
                </a:cubicBezTo>
                <a:lnTo>
                  <a:pt x="698500" y="476250"/>
                </a:lnTo>
                <a:cubicBezTo>
                  <a:pt x="698500" y="458787"/>
                  <a:pt x="712788" y="444500"/>
                  <a:pt x="730250" y="444500"/>
                </a:cubicBezTo>
                <a:close/>
                <a:moveTo>
                  <a:pt x="889000" y="285750"/>
                </a:moveTo>
                <a:cubicBezTo>
                  <a:pt x="889000" y="268287"/>
                  <a:pt x="903288" y="254000"/>
                  <a:pt x="920750" y="254000"/>
                </a:cubicBezTo>
                <a:lnTo>
                  <a:pt x="984250" y="254000"/>
                </a:lnTo>
                <a:cubicBezTo>
                  <a:pt x="1001713" y="254000"/>
                  <a:pt x="1016000" y="268287"/>
                  <a:pt x="1016000" y="285750"/>
                </a:cubicBezTo>
                <a:lnTo>
                  <a:pt x="1016000" y="349250"/>
                </a:lnTo>
                <a:cubicBezTo>
                  <a:pt x="1016000" y="366713"/>
                  <a:pt x="1001713" y="381000"/>
                  <a:pt x="984250" y="381000"/>
                </a:cubicBezTo>
                <a:lnTo>
                  <a:pt x="920750" y="381000"/>
                </a:lnTo>
                <a:cubicBezTo>
                  <a:pt x="903288" y="381000"/>
                  <a:pt x="889000" y="366713"/>
                  <a:pt x="889000" y="349250"/>
                </a:cubicBezTo>
                <a:lnTo>
                  <a:pt x="889000" y="285750"/>
                </a:lnTo>
                <a:close/>
                <a:moveTo>
                  <a:pt x="920750" y="444500"/>
                </a:moveTo>
                <a:lnTo>
                  <a:pt x="984250" y="444500"/>
                </a:lnTo>
                <a:cubicBezTo>
                  <a:pt x="1001713" y="444500"/>
                  <a:pt x="1016000" y="458787"/>
                  <a:pt x="1016000" y="476250"/>
                </a:cubicBezTo>
                <a:lnTo>
                  <a:pt x="1016000" y="539750"/>
                </a:lnTo>
                <a:cubicBezTo>
                  <a:pt x="1016000" y="557213"/>
                  <a:pt x="1001713" y="571500"/>
                  <a:pt x="984250" y="571500"/>
                </a:cubicBezTo>
                <a:lnTo>
                  <a:pt x="920750" y="571500"/>
                </a:lnTo>
                <a:cubicBezTo>
                  <a:pt x="903288" y="571500"/>
                  <a:pt x="889000" y="557213"/>
                  <a:pt x="889000" y="539750"/>
                </a:cubicBezTo>
                <a:lnTo>
                  <a:pt x="889000" y="476250"/>
                </a:lnTo>
                <a:cubicBezTo>
                  <a:pt x="889000" y="458787"/>
                  <a:pt x="903288" y="444500"/>
                  <a:pt x="920750" y="444500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24000" y="33655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لوحة المفاتيح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24000" y="3937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للكتابة وإدخال النصوص والأرقام</a:t>
            </a:r>
            <a:endParaRPr lang="en-US" sz="1600" dirty="0"/>
          </a:p>
        </p:txBody>
      </p:sp>
      <p:sp>
        <p:nvSpPr>
          <p:cNvPr id="9" name="Shape 6">
            <a:hlinkClick r:id="rId4" action="ppaction://hlinksldjump"/>
          </p:cNvPr>
          <p:cNvSpPr/>
          <p:nvPr/>
        </p:nvSpPr>
        <p:spPr>
          <a:xfrm>
            <a:off x="8382000" y="1778000"/>
            <a:ext cx="6858000" cy="304800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25400">
            <a:solidFill>
              <a:srgbClr val="FFC107"/>
            </a:solidFill>
            <a:prstDash val="solid"/>
          </a:ln>
          <a:effectLst>
            <a:outerShdw blurRad="254000" dist="76200" dir="5400000" algn="bl" rotWithShape="0">
              <a:srgbClr val="000000">
                <a:alpha val="705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1049000" y="2159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0" y="381000"/>
                </a:moveTo>
                <a:lnTo>
                  <a:pt x="333375" y="381000"/>
                </a:lnTo>
                <a:lnTo>
                  <a:pt x="333375" y="0"/>
                </a:lnTo>
                <a:lnTo>
                  <a:pt x="317500" y="0"/>
                </a:lnTo>
                <a:cubicBezTo>
                  <a:pt x="142081" y="0"/>
                  <a:pt x="0" y="142081"/>
                  <a:pt x="0" y="317500"/>
                </a:cubicBezTo>
                <a:lnTo>
                  <a:pt x="0" y="381000"/>
                </a:lnTo>
                <a:close/>
                <a:moveTo>
                  <a:pt x="0" y="476250"/>
                </a:moveTo>
                <a:lnTo>
                  <a:pt x="0" y="698500"/>
                </a:lnTo>
                <a:cubicBezTo>
                  <a:pt x="0" y="873919"/>
                  <a:pt x="142081" y="1016000"/>
                  <a:pt x="317500" y="1016000"/>
                </a:cubicBezTo>
                <a:lnTo>
                  <a:pt x="444500" y="1016000"/>
                </a:lnTo>
                <a:cubicBezTo>
                  <a:pt x="619919" y="1016000"/>
                  <a:pt x="762000" y="873919"/>
                  <a:pt x="762000" y="698500"/>
                </a:cubicBezTo>
                <a:lnTo>
                  <a:pt x="762000" y="476250"/>
                </a:lnTo>
                <a:lnTo>
                  <a:pt x="0" y="476250"/>
                </a:lnTo>
                <a:close/>
                <a:moveTo>
                  <a:pt x="762000" y="381000"/>
                </a:moveTo>
                <a:lnTo>
                  <a:pt x="762000" y="317500"/>
                </a:lnTo>
                <a:cubicBezTo>
                  <a:pt x="762000" y="142081"/>
                  <a:pt x="619919" y="0"/>
                  <a:pt x="444500" y="0"/>
                </a:cubicBezTo>
                <a:lnTo>
                  <a:pt x="428625" y="0"/>
                </a:lnTo>
                <a:lnTo>
                  <a:pt x="428625" y="381000"/>
                </a:lnTo>
                <a:lnTo>
                  <a:pt x="762000" y="38100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90000" y="33655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C1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الفأرة (الماوس)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90000" y="3937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للتحكم بالشاشة واختيار الأشياء</a:t>
            </a:r>
            <a:endParaRPr lang="en-US" sz="1600" dirty="0"/>
          </a:p>
        </p:txBody>
      </p:sp>
      <p:sp>
        <p:nvSpPr>
          <p:cNvPr id="13" name="Shape 10">
            <a:hlinkClick r:id="rId5" action="ppaction://hlinksldjump"/>
          </p:cNvPr>
          <p:cNvSpPr/>
          <p:nvPr/>
        </p:nvSpPr>
        <p:spPr>
          <a:xfrm>
            <a:off x="1016000" y="5207000"/>
            <a:ext cx="6858000" cy="279400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25400">
            <a:solidFill>
              <a:srgbClr val="0A6B70"/>
            </a:solidFill>
            <a:prstDash val="solid"/>
          </a:ln>
          <a:effectLst>
            <a:outerShdw blurRad="254000" dist="76200" dir="5400000" algn="bl" rotWithShape="0">
              <a:srgbClr val="000000">
                <a:alpha val="705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556000" y="5524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89000" y="190500"/>
                </a:moveTo>
                <a:lnTo>
                  <a:pt x="889000" y="698500"/>
                </a:lnTo>
                <a:lnTo>
                  <a:pt x="127000" y="698500"/>
                </a:lnTo>
                <a:lnTo>
                  <a:pt x="127000" y="190500"/>
                </a:lnTo>
                <a:lnTo>
                  <a:pt x="889000" y="190500"/>
                </a:lnTo>
                <a:close/>
                <a:moveTo>
                  <a:pt x="127000" y="63500"/>
                </a:moveTo>
                <a:cubicBezTo>
                  <a:pt x="56952" y="63500"/>
                  <a:pt x="0" y="120452"/>
                  <a:pt x="0" y="190500"/>
                </a:cubicBezTo>
                <a:lnTo>
                  <a:pt x="0" y="698500"/>
                </a:lnTo>
                <a:cubicBezTo>
                  <a:pt x="0" y="768548"/>
                  <a:pt x="56952" y="825500"/>
                  <a:pt x="127000" y="825500"/>
                </a:cubicBezTo>
                <a:lnTo>
                  <a:pt x="412750" y="825500"/>
                </a:lnTo>
                <a:lnTo>
                  <a:pt x="381000" y="920750"/>
                </a:lnTo>
                <a:lnTo>
                  <a:pt x="238125" y="920750"/>
                </a:lnTo>
                <a:cubicBezTo>
                  <a:pt x="211733" y="920750"/>
                  <a:pt x="190500" y="941983"/>
                  <a:pt x="190500" y="968375"/>
                </a:cubicBezTo>
                <a:cubicBezTo>
                  <a:pt x="190500" y="994767"/>
                  <a:pt x="211733" y="1016000"/>
                  <a:pt x="238125" y="1016000"/>
                </a:cubicBezTo>
                <a:lnTo>
                  <a:pt x="777875" y="1016000"/>
                </a:lnTo>
                <a:cubicBezTo>
                  <a:pt x="804267" y="1016000"/>
                  <a:pt x="825500" y="994767"/>
                  <a:pt x="825500" y="968375"/>
                </a:cubicBezTo>
                <a:cubicBezTo>
                  <a:pt x="825500" y="941983"/>
                  <a:pt x="804267" y="920750"/>
                  <a:pt x="777875" y="920750"/>
                </a:cubicBezTo>
                <a:lnTo>
                  <a:pt x="635000" y="920750"/>
                </a:lnTo>
                <a:lnTo>
                  <a:pt x="603250" y="825500"/>
                </a:lnTo>
                <a:lnTo>
                  <a:pt x="889000" y="825500"/>
                </a:lnTo>
                <a:cubicBezTo>
                  <a:pt x="959048" y="825500"/>
                  <a:pt x="1016000" y="768548"/>
                  <a:pt x="1016000" y="698500"/>
                </a:cubicBezTo>
                <a:lnTo>
                  <a:pt x="1016000" y="190500"/>
                </a:lnTo>
                <a:cubicBezTo>
                  <a:pt x="1016000" y="120452"/>
                  <a:pt x="959048" y="63500"/>
                  <a:pt x="889000" y="63500"/>
                </a:cubicBezTo>
                <a:lnTo>
                  <a:pt x="127000" y="63500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524000" y="66675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الشاشة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24000" y="7239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لعرض المعلومات والصور والفيديو</a:t>
            </a:r>
            <a:endParaRPr lang="en-US" sz="1600" dirty="0"/>
          </a:p>
        </p:txBody>
      </p:sp>
      <p:sp>
        <p:nvSpPr>
          <p:cNvPr id="17" name="Shape 14">
            <a:hlinkClick r:id="rId5" action="ppaction://hlinksldjump"/>
          </p:cNvPr>
          <p:cNvSpPr/>
          <p:nvPr/>
        </p:nvSpPr>
        <p:spPr>
          <a:xfrm>
            <a:off x="8382000" y="5207000"/>
            <a:ext cx="6858000" cy="279400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25400">
            <a:solidFill>
              <a:srgbClr val="FFC107"/>
            </a:solidFill>
            <a:prstDash val="solid"/>
          </a:ln>
          <a:effectLst>
            <a:outerShdw blurRad="254000" dist="76200" dir="5400000" algn="bl" rotWithShape="0">
              <a:srgbClr val="000000">
                <a:alpha val="705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922000" y="5524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27000" y="127000"/>
                </a:moveTo>
                <a:cubicBezTo>
                  <a:pt x="127000" y="56952"/>
                  <a:pt x="183952" y="0"/>
                  <a:pt x="254000" y="0"/>
                </a:cubicBezTo>
                <a:lnTo>
                  <a:pt x="677664" y="0"/>
                </a:lnTo>
                <a:cubicBezTo>
                  <a:pt x="711398" y="0"/>
                  <a:pt x="743744" y="13295"/>
                  <a:pt x="767556" y="37108"/>
                </a:cubicBezTo>
                <a:lnTo>
                  <a:pt x="851892" y="121444"/>
                </a:lnTo>
                <a:cubicBezTo>
                  <a:pt x="875705" y="145256"/>
                  <a:pt x="889000" y="177602"/>
                  <a:pt x="889000" y="211336"/>
                </a:cubicBezTo>
                <a:lnTo>
                  <a:pt x="889000" y="285750"/>
                </a:lnTo>
                <a:lnTo>
                  <a:pt x="127000" y="285750"/>
                </a:lnTo>
                <a:lnTo>
                  <a:pt x="127000" y="127000"/>
                </a:lnTo>
                <a:close/>
                <a:moveTo>
                  <a:pt x="0" y="508000"/>
                </a:moveTo>
                <a:cubicBezTo>
                  <a:pt x="0" y="437952"/>
                  <a:pt x="56952" y="381000"/>
                  <a:pt x="127000" y="381000"/>
                </a:cubicBezTo>
                <a:lnTo>
                  <a:pt x="889000" y="381000"/>
                </a:lnTo>
                <a:cubicBezTo>
                  <a:pt x="959048" y="381000"/>
                  <a:pt x="1016000" y="437952"/>
                  <a:pt x="1016000" y="508000"/>
                </a:cubicBezTo>
                <a:lnTo>
                  <a:pt x="1016000" y="698500"/>
                </a:lnTo>
                <a:cubicBezTo>
                  <a:pt x="1016000" y="733623"/>
                  <a:pt x="987623" y="762000"/>
                  <a:pt x="952500" y="762000"/>
                </a:cubicBezTo>
                <a:lnTo>
                  <a:pt x="889000" y="762000"/>
                </a:lnTo>
                <a:lnTo>
                  <a:pt x="889000" y="889000"/>
                </a:lnTo>
                <a:cubicBezTo>
                  <a:pt x="889000" y="959048"/>
                  <a:pt x="832048" y="1016000"/>
                  <a:pt x="762000" y="1016000"/>
                </a:cubicBezTo>
                <a:lnTo>
                  <a:pt x="254000" y="1016000"/>
                </a:lnTo>
                <a:cubicBezTo>
                  <a:pt x="183952" y="1016000"/>
                  <a:pt x="127000" y="959048"/>
                  <a:pt x="127000" y="889000"/>
                </a:cubicBezTo>
                <a:lnTo>
                  <a:pt x="127000" y="762000"/>
                </a:lnTo>
                <a:lnTo>
                  <a:pt x="63500" y="762000"/>
                </a:lnTo>
                <a:cubicBezTo>
                  <a:pt x="28377" y="762000"/>
                  <a:pt x="0" y="733623"/>
                  <a:pt x="0" y="698500"/>
                </a:cubicBezTo>
                <a:lnTo>
                  <a:pt x="0" y="508000"/>
                </a:lnTo>
                <a:close/>
                <a:moveTo>
                  <a:pt x="254000" y="825500"/>
                </a:moveTo>
                <a:lnTo>
                  <a:pt x="254000" y="889000"/>
                </a:lnTo>
                <a:lnTo>
                  <a:pt x="762000" y="889000"/>
                </a:lnTo>
                <a:lnTo>
                  <a:pt x="762000" y="698500"/>
                </a:lnTo>
                <a:lnTo>
                  <a:pt x="254000" y="698500"/>
                </a:lnTo>
                <a:lnTo>
                  <a:pt x="254000" y="825500"/>
                </a:lnTo>
                <a:close/>
                <a:moveTo>
                  <a:pt x="904875" y="539750"/>
                </a:moveTo>
                <a:cubicBezTo>
                  <a:pt x="904875" y="513465"/>
                  <a:pt x="883535" y="492125"/>
                  <a:pt x="857250" y="492125"/>
                </a:cubicBezTo>
                <a:cubicBezTo>
                  <a:pt x="830965" y="492125"/>
                  <a:pt x="809625" y="513465"/>
                  <a:pt x="809625" y="539750"/>
                </a:cubicBezTo>
                <a:cubicBezTo>
                  <a:pt x="809625" y="566035"/>
                  <a:pt x="830965" y="587375"/>
                  <a:pt x="857250" y="587375"/>
                </a:cubicBezTo>
                <a:cubicBezTo>
                  <a:pt x="883535" y="587375"/>
                  <a:pt x="904875" y="566035"/>
                  <a:pt x="904875" y="53975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890000" y="66675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C1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الطابعة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90000" y="7239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لطباعة المستندات والصور على الورق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4557375" y="10160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39688" y="39688"/>
                </a:moveTo>
                <a:cubicBezTo>
                  <a:pt x="39688" y="17735"/>
                  <a:pt x="57423" y="0"/>
                  <a:pt x="79375" y="0"/>
                </a:cubicBezTo>
                <a:cubicBezTo>
                  <a:pt x="101327" y="0"/>
                  <a:pt x="119062" y="17735"/>
                  <a:pt x="119062" y="39688"/>
                </a:cubicBezTo>
                <a:lnTo>
                  <a:pt x="119062" y="297656"/>
                </a:lnTo>
                <a:lnTo>
                  <a:pt x="39688" y="297656"/>
                </a:lnTo>
                <a:lnTo>
                  <a:pt x="39688" y="39688"/>
                </a:lnTo>
                <a:close/>
                <a:moveTo>
                  <a:pt x="277813" y="238125"/>
                </a:moveTo>
                <a:cubicBezTo>
                  <a:pt x="277813" y="216173"/>
                  <a:pt x="295548" y="198438"/>
                  <a:pt x="317500" y="198438"/>
                </a:cubicBezTo>
                <a:cubicBezTo>
                  <a:pt x="339452" y="198438"/>
                  <a:pt x="357188" y="216173"/>
                  <a:pt x="357188" y="238125"/>
                </a:cubicBezTo>
                <a:lnTo>
                  <a:pt x="357188" y="317500"/>
                </a:lnTo>
                <a:cubicBezTo>
                  <a:pt x="357188" y="339452"/>
                  <a:pt x="339452" y="357188"/>
                  <a:pt x="317500" y="357188"/>
                </a:cubicBezTo>
                <a:cubicBezTo>
                  <a:pt x="295548" y="357188"/>
                  <a:pt x="277813" y="339452"/>
                  <a:pt x="277813" y="317500"/>
                </a:cubicBezTo>
                <a:lnTo>
                  <a:pt x="277813" y="238125"/>
                </a:lnTo>
                <a:close/>
                <a:moveTo>
                  <a:pt x="198438" y="158750"/>
                </a:moveTo>
                <a:cubicBezTo>
                  <a:pt x="220390" y="158750"/>
                  <a:pt x="238125" y="176485"/>
                  <a:pt x="238125" y="198438"/>
                </a:cubicBezTo>
                <a:lnTo>
                  <a:pt x="238125" y="257969"/>
                </a:lnTo>
                <a:cubicBezTo>
                  <a:pt x="238125" y="279921"/>
                  <a:pt x="220390" y="297656"/>
                  <a:pt x="198438" y="297656"/>
                </a:cubicBezTo>
                <a:cubicBezTo>
                  <a:pt x="176485" y="297656"/>
                  <a:pt x="158750" y="279921"/>
                  <a:pt x="158750" y="257969"/>
                </a:cubicBezTo>
                <a:lnTo>
                  <a:pt x="158750" y="198438"/>
                </a:lnTo>
                <a:cubicBezTo>
                  <a:pt x="158750" y="176485"/>
                  <a:pt x="176485" y="158750"/>
                  <a:pt x="198438" y="158750"/>
                </a:cubicBezTo>
                <a:close/>
                <a:moveTo>
                  <a:pt x="396875" y="277813"/>
                </a:moveTo>
                <a:cubicBezTo>
                  <a:pt x="396875" y="255860"/>
                  <a:pt x="414610" y="238125"/>
                  <a:pt x="436563" y="238125"/>
                </a:cubicBezTo>
                <a:cubicBezTo>
                  <a:pt x="458515" y="238125"/>
                  <a:pt x="476250" y="255860"/>
                  <a:pt x="476250" y="277813"/>
                </a:cubicBezTo>
                <a:lnTo>
                  <a:pt x="476250" y="357188"/>
                </a:lnTo>
                <a:cubicBezTo>
                  <a:pt x="476250" y="379140"/>
                  <a:pt x="458515" y="396875"/>
                  <a:pt x="436563" y="396875"/>
                </a:cubicBezTo>
                <a:cubicBezTo>
                  <a:pt x="414610" y="396875"/>
                  <a:pt x="396875" y="379140"/>
                  <a:pt x="396875" y="357188"/>
                </a:cubicBezTo>
                <a:lnTo>
                  <a:pt x="396875" y="277813"/>
                </a:lnTo>
                <a:close/>
                <a:moveTo>
                  <a:pt x="277813" y="386953"/>
                </a:moveTo>
                <a:lnTo>
                  <a:pt x="277813" y="386209"/>
                </a:lnTo>
                <a:cubicBezTo>
                  <a:pt x="289471" y="392906"/>
                  <a:pt x="302989" y="396875"/>
                  <a:pt x="317500" y="396875"/>
                </a:cubicBezTo>
                <a:cubicBezTo>
                  <a:pt x="333871" y="396875"/>
                  <a:pt x="349002" y="391914"/>
                  <a:pt x="361652" y="383480"/>
                </a:cubicBezTo>
                <a:cubicBezTo>
                  <a:pt x="372442" y="414362"/>
                  <a:pt x="401960" y="436563"/>
                  <a:pt x="436563" y="436563"/>
                </a:cubicBezTo>
                <a:cubicBezTo>
                  <a:pt x="451073" y="436563"/>
                  <a:pt x="464592" y="432718"/>
                  <a:pt x="476250" y="425896"/>
                </a:cubicBezTo>
                <a:lnTo>
                  <a:pt x="476250" y="436563"/>
                </a:lnTo>
                <a:cubicBezTo>
                  <a:pt x="476250" y="546199"/>
                  <a:pt x="387449" y="635000"/>
                  <a:pt x="277813" y="635000"/>
                </a:cubicBezTo>
                <a:lnTo>
                  <a:pt x="201290" y="635000"/>
                </a:lnTo>
                <a:cubicBezTo>
                  <a:pt x="148704" y="635000"/>
                  <a:pt x="98227" y="614040"/>
                  <a:pt x="61020" y="576833"/>
                </a:cubicBezTo>
                <a:lnTo>
                  <a:pt x="46509" y="562446"/>
                </a:lnTo>
                <a:cubicBezTo>
                  <a:pt x="16743" y="532681"/>
                  <a:pt x="0" y="492249"/>
                  <a:pt x="0" y="450205"/>
                </a:cubicBezTo>
                <a:lnTo>
                  <a:pt x="0" y="416719"/>
                </a:lnTo>
                <a:cubicBezTo>
                  <a:pt x="0" y="372938"/>
                  <a:pt x="35595" y="337344"/>
                  <a:pt x="79375" y="337344"/>
                </a:cubicBezTo>
                <a:lnTo>
                  <a:pt x="188516" y="337344"/>
                </a:lnTo>
                <a:cubicBezTo>
                  <a:pt x="215925" y="337344"/>
                  <a:pt x="238125" y="359544"/>
                  <a:pt x="238125" y="386953"/>
                </a:cubicBezTo>
                <a:cubicBezTo>
                  <a:pt x="238125" y="414362"/>
                  <a:pt x="215925" y="436563"/>
                  <a:pt x="188516" y="436563"/>
                </a:cubicBezTo>
                <a:lnTo>
                  <a:pt x="119062" y="436563"/>
                </a:lnTo>
                <a:cubicBezTo>
                  <a:pt x="108148" y="436563"/>
                  <a:pt x="99219" y="445492"/>
                  <a:pt x="99219" y="456406"/>
                </a:cubicBezTo>
                <a:cubicBezTo>
                  <a:pt x="99219" y="467320"/>
                  <a:pt x="108148" y="476250"/>
                  <a:pt x="119062" y="476250"/>
                </a:cubicBezTo>
                <a:lnTo>
                  <a:pt x="188516" y="476250"/>
                </a:lnTo>
                <a:cubicBezTo>
                  <a:pt x="237877" y="476250"/>
                  <a:pt x="277813" y="436314"/>
                  <a:pt x="277813" y="386953"/>
                </a:cubicBezTo>
                <a:close/>
              </a:path>
            </a:pathLst>
          </a:custGeom>
          <a:solidFill>
            <a:srgbClr val="FFC107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381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400" dirty="0">
                <a:solidFill>
                  <a:srgbClr val="0A6B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ملخص ما تعلمناه اليوم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16000" y="1270000"/>
            <a:ext cx="14224000" cy="622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524000" y="1651000"/>
            <a:ext cx="635000" cy="6350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24000" y="1651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414500" y="1714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127000" y="31750"/>
                </a:moveTo>
                <a:cubicBezTo>
                  <a:pt x="91976" y="31750"/>
                  <a:pt x="63500" y="60226"/>
                  <a:pt x="63500" y="95250"/>
                </a:cubicBezTo>
                <a:lnTo>
                  <a:pt x="63500" y="333375"/>
                </a:lnTo>
                <a:lnTo>
                  <a:pt x="127000" y="333375"/>
                </a:lnTo>
                <a:lnTo>
                  <a:pt x="127000" y="95250"/>
                </a:lnTo>
                <a:lnTo>
                  <a:pt x="508000" y="95250"/>
                </a:lnTo>
                <a:lnTo>
                  <a:pt x="508000" y="333375"/>
                </a:lnTo>
                <a:lnTo>
                  <a:pt x="571500" y="333375"/>
                </a:lnTo>
                <a:lnTo>
                  <a:pt x="571500" y="95250"/>
                </a:lnTo>
                <a:cubicBezTo>
                  <a:pt x="571500" y="60226"/>
                  <a:pt x="543024" y="31750"/>
                  <a:pt x="508000" y="31750"/>
                </a:cubicBezTo>
                <a:lnTo>
                  <a:pt x="127000" y="31750"/>
                </a:lnTo>
                <a:close/>
                <a:moveTo>
                  <a:pt x="19050" y="381000"/>
                </a:moveTo>
                <a:cubicBezTo>
                  <a:pt x="8533" y="381000"/>
                  <a:pt x="0" y="389533"/>
                  <a:pt x="0" y="400050"/>
                </a:cubicBezTo>
                <a:cubicBezTo>
                  <a:pt x="0" y="442119"/>
                  <a:pt x="34131" y="476250"/>
                  <a:pt x="76200" y="476250"/>
                </a:cubicBezTo>
                <a:lnTo>
                  <a:pt x="558800" y="476250"/>
                </a:lnTo>
                <a:cubicBezTo>
                  <a:pt x="600869" y="476250"/>
                  <a:pt x="635000" y="442119"/>
                  <a:pt x="635000" y="400050"/>
                </a:cubicBezTo>
                <a:cubicBezTo>
                  <a:pt x="635000" y="389533"/>
                  <a:pt x="626467" y="381000"/>
                  <a:pt x="615950" y="381000"/>
                </a:cubicBezTo>
                <a:lnTo>
                  <a:pt x="19050" y="381000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413000" y="1587500"/>
            <a:ext cx="1181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الحاسب الآلي = صديق ذكي</a:t>
            </a: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يساعدنا في التعلم واللعب والإبداع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524000" y="2540000"/>
            <a:ext cx="13716000" cy="127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524000" y="2794000"/>
            <a:ext cx="635000" cy="63500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24000" y="2794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478000" y="285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13000" y="2730500"/>
            <a:ext cx="1181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المعالج = الدماغ</a:t>
            </a: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، الشاشة = العين، لوحة المفاتيح = اليد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524000" y="3683000"/>
            <a:ext cx="13716000" cy="127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524000" y="3937000"/>
            <a:ext cx="635000" cy="6350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524000" y="3937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4541500" y="4000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190500"/>
                </a:moveTo>
                <a:lnTo>
                  <a:pt x="166688" y="190500"/>
                </a:lnTo>
                <a:lnTo>
                  <a:pt x="166688" y="0"/>
                </a:lnTo>
                <a:lnTo>
                  <a:pt x="158750" y="0"/>
                </a:lnTo>
                <a:cubicBezTo>
                  <a:pt x="71041" y="0"/>
                  <a:pt x="0" y="71041"/>
                  <a:pt x="0" y="158750"/>
                </a:cubicBezTo>
                <a:lnTo>
                  <a:pt x="0" y="190500"/>
                </a:lnTo>
                <a:close/>
                <a:moveTo>
                  <a:pt x="0" y="238125"/>
                </a:moveTo>
                <a:lnTo>
                  <a:pt x="0" y="349250"/>
                </a:lnTo>
                <a:cubicBezTo>
                  <a:pt x="0" y="436959"/>
                  <a:pt x="71041" y="508000"/>
                  <a:pt x="158750" y="508000"/>
                </a:cubicBezTo>
                <a:lnTo>
                  <a:pt x="222250" y="508000"/>
                </a:lnTo>
                <a:cubicBezTo>
                  <a:pt x="309959" y="508000"/>
                  <a:pt x="381000" y="436959"/>
                  <a:pt x="381000" y="349250"/>
                </a:cubicBezTo>
                <a:lnTo>
                  <a:pt x="381000" y="238125"/>
                </a:lnTo>
                <a:lnTo>
                  <a:pt x="0" y="238125"/>
                </a:lnTo>
                <a:close/>
                <a:moveTo>
                  <a:pt x="381000" y="190500"/>
                </a:moveTo>
                <a:lnTo>
                  <a:pt x="381000" y="158750"/>
                </a:lnTo>
                <a:cubicBezTo>
                  <a:pt x="381000" y="71041"/>
                  <a:pt x="309959" y="0"/>
                  <a:pt x="222250" y="0"/>
                </a:cubicBezTo>
                <a:lnTo>
                  <a:pt x="214313" y="0"/>
                </a:lnTo>
                <a:lnTo>
                  <a:pt x="214313" y="190500"/>
                </a:lnTo>
                <a:lnTo>
                  <a:pt x="381000" y="190500"/>
                </a:ln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413000" y="3873500"/>
            <a:ext cx="1181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الفأرة = أداة التحكم</a:t>
            </a: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، الطابعة = أداة الطباعة، السماعات = الصوت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524000" y="4826000"/>
            <a:ext cx="13716000" cy="127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524000" y="5080000"/>
            <a:ext cx="635000" cy="63500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524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4478000" y="514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7295" y="2877"/>
                </a:moveTo>
                <a:cubicBezTo>
                  <a:pt x="263128" y="992"/>
                  <a:pt x="258663" y="0"/>
                  <a:pt x="254000" y="0"/>
                </a:cubicBezTo>
                <a:cubicBezTo>
                  <a:pt x="249337" y="0"/>
                  <a:pt x="244872" y="992"/>
                  <a:pt x="240705" y="2877"/>
                </a:cubicBezTo>
                <a:lnTo>
                  <a:pt x="53876" y="82153"/>
                </a:lnTo>
                <a:cubicBezTo>
                  <a:pt x="32048" y="91380"/>
                  <a:pt x="15776" y="112911"/>
                  <a:pt x="15875" y="138906"/>
                </a:cubicBezTo>
                <a:cubicBezTo>
                  <a:pt x="16371" y="237331"/>
                  <a:pt x="56852" y="417413"/>
                  <a:pt x="227806" y="499269"/>
                </a:cubicBezTo>
                <a:cubicBezTo>
                  <a:pt x="244376" y="507206"/>
                  <a:pt x="263624" y="507206"/>
                  <a:pt x="280194" y="499269"/>
                </a:cubicBezTo>
                <a:cubicBezTo>
                  <a:pt x="451247" y="417413"/>
                  <a:pt x="491728" y="237331"/>
                  <a:pt x="492125" y="138906"/>
                </a:cubicBezTo>
                <a:cubicBezTo>
                  <a:pt x="492224" y="112911"/>
                  <a:pt x="475952" y="91380"/>
                  <a:pt x="454124" y="82153"/>
                </a:cubicBezTo>
                <a:lnTo>
                  <a:pt x="267295" y="2877"/>
                </a:lnTo>
                <a:close/>
                <a:moveTo>
                  <a:pt x="247650" y="182066"/>
                </a:moveTo>
                <a:lnTo>
                  <a:pt x="254000" y="190500"/>
                </a:lnTo>
                <a:lnTo>
                  <a:pt x="260350" y="182066"/>
                </a:lnTo>
                <a:cubicBezTo>
                  <a:pt x="271363" y="167382"/>
                  <a:pt x="288627" y="158750"/>
                  <a:pt x="306884" y="158750"/>
                </a:cubicBezTo>
                <a:cubicBezTo>
                  <a:pt x="339030" y="158750"/>
                  <a:pt x="365125" y="184845"/>
                  <a:pt x="365125" y="216991"/>
                </a:cubicBezTo>
                <a:lnTo>
                  <a:pt x="365125" y="222250"/>
                </a:lnTo>
                <a:cubicBezTo>
                  <a:pt x="365125" y="270966"/>
                  <a:pt x="299839" y="319584"/>
                  <a:pt x="269379" y="339626"/>
                </a:cubicBezTo>
                <a:cubicBezTo>
                  <a:pt x="259953" y="345777"/>
                  <a:pt x="248047" y="345777"/>
                  <a:pt x="238720" y="339626"/>
                </a:cubicBezTo>
                <a:cubicBezTo>
                  <a:pt x="208260" y="319584"/>
                  <a:pt x="142974" y="270867"/>
                  <a:pt x="142974" y="222250"/>
                </a:cubicBezTo>
                <a:lnTo>
                  <a:pt x="142974" y="216991"/>
                </a:lnTo>
                <a:cubicBezTo>
                  <a:pt x="142974" y="184845"/>
                  <a:pt x="169069" y="158750"/>
                  <a:pt x="201216" y="158750"/>
                </a:cubicBezTo>
                <a:cubicBezTo>
                  <a:pt x="219571" y="158750"/>
                  <a:pt x="236835" y="167382"/>
                  <a:pt x="247749" y="182066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413000" y="5016500"/>
            <a:ext cx="1181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النظافة والأمان</a:t>
            </a: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حياة أطول للحاسب وصحة أفضل لنا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524000" y="5969000"/>
            <a:ext cx="13716000" cy="127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524000" y="6223000"/>
            <a:ext cx="635000" cy="635000"/>
          </a:xfrm>
          <a:prstGeom prst="ellipse">
            <a:avLst/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524000" y="6223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4478000" y="628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413000" y="6159500"/>
            <a:ext cx="1181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60000"/>
              </a:lnSpc>
            </a:pPr>
            <a:r>
              <a:rPr lang="en-US" sz="22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استمتع بالتعلم واستكشف بنفسك!</a:t>
            </a:r>
            <a:r>
              <a:rPr lang="en-US" sz="22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أنتم محترفون صغار!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1016000" y="7747000"/>
            <a:ext cx="6858000" cy="762000"/>
          </a:xfrm>
          <a:prstGeom prst="roundRect">
            <a:avLst>
              <a:gd name="adj" fmla="val 30000"/>
            </a:avLst>
          </a:prstGeom>
          <a:solidFill>
            <a:srgbClr val="0A6B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6000" y="7747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↻ ابدأ من جديد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382000" y="7747000"/>
            <a:ext cx="6858000" cy="762000"/>
          </a:xfrm>
          <a:prstGeom prst="roundRect">
            <a:avLst>
              <a:gd name="adj" fmla="val 3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382000" y="7747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⭐ شاهد نتيجتك في الاختبار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0">
              <a:srgbClr val="0A6B70"/>
            </a:gs>
            <a:gs pos="100000">
              <a:srgbClr val="1A2E35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810000" cy="3810000"/>
          </a:xfrm>
          <a:prstGeom prst="ellipse">
            <a:avLst/>
          </a:prstGeom>
          <a:solidFill>
            <a:srgbClr val="FFFFFF">
              <a:alpha val="196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176000" y="5334000"/>
            <a:ext cx="5080000" cy="3810000"/>
          </a:xfrm>
          <a:prstGeom prst="ellipse">
            <a:avLst/>
          </a:prstGeom>
          <a:solidFill>
            <a:srgbClr val="FFFFFF">
              <a:alpha val="11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493000" y="1397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357932" y="0"/>
                </a:moveTo>
                <a:lnTo>
                  <a:pt x="913557" y="0"/>
                </a:lnTo>
                <a:cubicBezTo>
                  <a:pt x="979289" y="0"/>
                  <a:pt x="1032867" y="54074"/>
                  <a:pt x="1030387" y="119559"/>
                </a:cubicBezTo>
                <a:cubicBezTo>
                  <a:pt x="1029891" y="132705"/>
                  <a:pt x="1029395" y="145852"/>
                  <a:pt x="1028650" y="158750"/>
                </a:cubicBezTo>
                <a:lnTo>
                  <a:pt x="1151682" y="158750"/>
                </a:lnTo>
                <a:cubicBezTo>
                  <a:pt x="1216422" y="158750"/>
                  <a:pt x="1273473" y="212328"/>
                  <a:pt x="1268512" y="282277"/>
                </a:cubicBezTo>
                <a:cubicBezTo>
                  <a:pt x="1249908" y="539502"/>
                  <a:pt x="1118443" y="680889"/>
                  <a:pt x="975816" y="754807"/>
                </a:cubicBezTo>
                <a:cubicBezTo>
                  <a:pt x="936625" y="775146"/>
                  <a:pt x="896689" y="790277"/>
                  <a:pt x="858738" y="801439"/>
                </a:cubicBezTo>
                <a:cubicBezTo>
                  <a:pt x="808633" y="872381"/>
                  <a:pt x="756543" y="909836"/>
                  <a:pt x="715119" y="929928"/>
                </a:cubicBezTo>
                <a:lnTo>
                  <a:pt x="715119" y="1111250"/>
                </a:lnTo>
                <a:lnTo>
                  <a:pt x="873869" y="1111250"/>
                </a:lnTo>
                <a:cubicBezTo>
                  <a:pt x="917773" y="1111250"/>
                  <a:pt x="953244" y="1146721"/>
                  <a:pt x="953244" y="1190625"/>
                </a:cubicBezTo>
                <a:cubicBezTo>
                  <a:pt x="953244" y="1234529"/>
                  <a:pt x="917773" y="1270000"/>
                  <a:pt x="873869" y="1270000"/>
                </a:cubicBezTo>
                <a:lnTo>
                  <a:pt x="397619" y="1270000"/>
                </a:lnTo>
                <a:cubicBezTo>
                  <a:pt x="353715" y="1270000"/>
                  <a:pt x="318244" y="1234529"/>
                  <a:pt x="318244" y="1190625"/>
                </a:cubicBezTo>
                <a:cubicBezTo>
                  <a:pt x="318244" y="1146721"/>
                  <a:pt x="353715" y="1111250"/>
                  <a:pt x="397619" y="1111250"/>
                </a:cubicBezTo>
                <a:lnTo>
                  <a:pt x="556369" y="1111250"/>
                </a:lnTo>
                <a:lnTo>
                  <a:pt x="556369" y="929928"/>
                </a:lnTo>
                <a:cubicBezTo>
                  <a:pt x="516682" y="910828"/>
                  <a:pt x="467320" y="875357"/>
                  <a:pt x="419199" y="810121"/>
                </a:cubicBezTo>
                <a:cubicBezTo>
                  <a:pt x="373559" y="798215"/>
                  <a:pt x="323949" y="780107"/>
                  <a:pt x="275580" y="752822"/>
                </a:cubicBezTo>
                <a:cubicBezTo>
                  <a:pt x="141387" y="677664"/>
                  <a:pt x="20340" y="536029"/>
                  <a:pt x="2977" y="281781"/>
                </a:cubicBezTo>
                <a:cubicBezTo>
                  <a:pt x="-1736" y="212080"/>
                  <a:pt x="55066" y="158502"/>
                  <a:pt x="119807" y="158502"/>
                </a:cubicBezTo>
                <a:lnTo>
                  <a:pt x="242838" y="158502"/>
                </a:lnTo>
                <a:cubicBezTo>
                  <a:pt x="242094" y="145604"/>
                  <a:pt x="241598" y="132705"/>
                  <a:pt x="241102" y="119311"/>
                </a:cubicBezTo>
                <a:cubicBezTo>
                  <a:pt x="238621" y="53578"/>
                  <a:pt x="292199" y="-248"/>
                  <a:pt x="357932" y="-248"/>
                </a:cubicBezTo>
                <a:close/>
                <a:moveTo>
                  <a:pt x="251768" y="277813"/>
                </a:moveTo>
                <a:lnTo>
                  <a:pt x="121791" y="277813"/>
                </a:lnTo>
                <a:cubicBezTo>
                  <a:pt x="137170" y="487908"/>
                  <a:pt x="233660" y="593080"/>
                  <a:pt x="333127" y="648891"/>
                </a:cubicBezTo>
                <a:cubicBezTo>
                  <a:pt x="297408" y="556369"/>
                  <a:pt x="267891" y="435570"/>
                  <a:pt x="251768" y="277813"/>
                </a:cubicBezTo>
                <a:close/>
                <a:moveTo>
                  <a:pt x="942578" y="636984"/>
                </a:moveTo>
                <a:cubicBezTo>
                  <a:pt x="1043037" y="577949"/>
                  <a:pt x="1133822" y="473025"/>
                  <a:pt x="1149201" y="277813"/>
                </a:cubicBezTo>
                <a:lnTo>
                  <a:pt x="1019473" y="277813"/>
                </a:lnTo>
                <a:cubicBezTo>
                  <a:pt x="1004094" y="428873"/>
                  <a:pt x="976312" y="546199"/>
                  <a:pt x="942578" y="636984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37250" y="1778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C107">
              <a:alpha val="376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747250" y="1778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C107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78000" y="2921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أحسنتم يا أبطال!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8000" y="3937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شكراً لمشاركتكم الرائعة!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8000" y="48260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استمروا في الاستكشاف والتعلم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أنتم محترفون صغار!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13500" y="6350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127000" y="31750"/>
                </a:moveTo>
                <a:cubicBezTo>
                  <a:pt x="91976" y="31750"/>
                  <a:pt x="63500" y="60226"/>
                  <a:pt x="63500" y="95250"/>
                </a:cubicBezTo>
                <a:lnTo>
                  <a:pt x="63500" y="333375"/>
                </a:lnTo>
                <a:lnTo>
                  <a:pt x="127000" y="333375"/>
                </a:lnTo>
                <a:lnTo>
                  <a:pt x="127000" y="95250"/>
                </a:lnTo>
                <a:lnTo>
                  <a:pt x="508000" y="95250"/>
                </a:lnTo>
                <a:lnTo>
                  <a:pt x="508000" y="333375"/>
                </a:lnTo>
                <a:lnTo>
                  <a:pt x="571500" y="333375"/>
                </a:lnTo>
                <a:lnTo>
                  <a:pt x="571500" y="95250"/>
                </a:lnTo>
                <a:cubicBezTo>
                  <a:pt x="571500" y="60226"/>
                  <a:pt x="543024" y="31750"/>
                  <a:pt x="508000" y="31750"/>
                </a:cubicBezTo>
                <a:lnTo>
                  <a:pt x="127000" y="31750"/>
                </a:lnTo>
                <a:close/>
                <a:moveTo>
                  <a:pt x="19050" y="381000"/>
                </a:moveTo>
                <a:cubicBezTo>
                  <a:pt x="8533" y="381000"/>
                  <a:pt x="0" y="389533"/>
                  <a:pt x="0" y="400050"/>
                </a:cubicBezTo>
                <a:cubicBezTo>
                  <a:pt x="0" y="442119"/>
                  <a:pt x="34131" y="476250"/>
                  <a:pt x="76200" y="476250"/>
                </a:cubicBezTo>
                <a:lnTo>
                  <a:pt x="558800" y="476250"/>
                </a:lnTo>
                <a:cubicBezTo>
                  <a:pt x="600869" y="476250"/>
                  <a:pt x="635000" y="442119"/>
                  <a:pt x="635000" y="400050"/>
                </a:cubicBezTo>
                <a:cubicBezTo>
                  <a:pt x="635000" y="389533"/>
                  <a:pt x="626467" y="381000"/>
                  <a:pt x="615950" y="381000"/>
                </a:cubicBezTo>
                <a:lnTo>
                  <a:pt x="19050" y="381000"/>
                </a:lnTo>
                <a:close/>
              </a:path>
            </a:pathLst>
          </a:cu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66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9117" y="86420"/>
                </a:moveTo>
                <a:lnTo>
                  <a:pt x="254000" y="106958"/>
                </a:lnTo>
                <a:lnTo>
                  <a:pt x="268883" y="86420"/>
                </a:lnTo>
                <a:cubicBezTo>
                  <a:pt x="293688" y="52090"/>
                  <a:pt x="333573" y="31750"/>
                  <a:pt x="375940" y="31750"/>
                </a:cubicBezTo>
                <a:cubicBezTo>
                  <a:pt x="448866" y="31750"/>
                  <a:pt x="508000" y="90884"/>
                  <a:pt x="508000" y="163810"/>
                </a:cubicBezTo>
                <a:lnTo>
                  <a:pt x="508000" y="166390"/>
                </a:lnTo>
                <a:cubicBezTo>
                  <a:pt x="508000" y="277713"/>
                  <a:pt x="369193" y="406995"/>
                  <a:pt x="296763" y="462260"/>
                </a:cubicBezTo>
                <a:cubicBezTo>
                  <a:pt x="284460" y="471587"/>
                  <a:pt x="269379" y="476250"/>
                  <a:pt x="254000" y="476250"/>
                </a:cubicBezTo>
                <a:cubicBezTo>
                  <a:pt x="238621" y="476250"/>
                  <a:pt x="223441" y="471686"/>
                  <a:pt x="211237" y="462260"/>
                </a:cubicBezTo>
                <a:cubicBezTo>
                  <a:pt x="138807" y="406995"/>
                  <a:pt x="0" y="277713"/>
                  <a:pt x="0" y="166390"/>
                </a:cubicBezTo>
                <a:lnTo>
                  <a:pt x="0" y="163810"/>
                </a:lnTo>
                <a:cubicBezTo>
                  <a:pt x="0" y="90884"/>
                  <a:pt x="59134" y="31750"/>
                  <a:pt x="132060" y="31750"/>
                </a:cubicBezTo>
                <a:cubicBezTo>
                  <a:pt x="174427" y="31750"/>
                  <a:pt x="214313" y="52090"/>
                  <a:pt x="239117" y="86420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23250" y="635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144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83000" y="7239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مركز تكنولوجيا المعلومات | مادة العرض الفعال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88000" y="8128000"/>
            <a:ext cx="5080000" cy="50800"/>
          </a:xfrm>
          <a:prstGeom prst="rect">
            <a:avLst/>
          </a:prstGeom>
          <a:gradFill flip="none" rotWithShape="1">
            <a:gsLst>
              <a:gs pos="0">
                <a:srgbClr val="FFC107"/>
              </a:gs>
              <a:gs pos="50000">
                <a:srgbClr val="0A6B70"/>
              </a:gs>
              <a:gs pos="100000">
                <a:srgbClr val="FFC107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1119</Words>
  <Application>Microsoft Office PowerPoint</Application>
  <PresentationFormat>Custom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أساسيات الحاسب الآلي - رحلة ممتعة</dc:title>
  <dc:subject>أساسيات الحاسب الآلي - رحلة ممتعة</dc:subject>
  <dc:creator>Kimi</dc:creator>
  <cp:lastModifiedBy>Mohamed Kamal</cp:lastModifiedBy>
  <cp:revision>3</cp:revision>
  <dcterms:created xsi:type="dcterms:W3CDTF">2026-05-11T02:15:20Z</dcterms:created>
  <dcterms:modified xsi:type="dcterms:W3CDTF">2026-05-11T02:37:26Z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{"Label":"أساسيات الحاسب الآلي - رحلة ممتعة","ContentProducer":"001191110108MACG2KBH8F10000","ProduceID":"19e149e9-9c02-8c51-8000-0000825e28fb","ReservedCode1":"","ContentPropagator":"001191110108MACG2KBH8F20000","PropagateID":"19e149e9-9c02-8c51-8000-0000825e28fb","ReservedCode2":""}</vt:lpwstr>
  </property>
</Properties>
</file>